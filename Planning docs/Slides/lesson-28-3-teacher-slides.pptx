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28 Day 3.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where my courage came from?.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28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28.3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fights his first real battle. Think about a time you had to do something that scared you. What gave you the courage to do it anyway?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fights his first real battle. Think about a time you had to do something that scared you. What gave you the courage to do it anyway?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where my courage came from?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the battle in Ch. 12 connect to the bigger symbols in the story?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happens in Peter's first battle in Ch. 12. What does he do, and what is the outcome?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hadn't Susan, knew do.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peters sword wasnt long enough but he used it bravely and aslans name gave him courage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Peter's = possessive; wasn't = contraction; Aslan's = possessive; two commas needed;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script/scribe means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Apply: Build words using script/scribe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the battle in Ch. 12 connect to the bigger symbols in the story?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happens in Peter's first battle in Ch. 12. What does he do, and what is the outcome?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“Peter did not feel very brave; indeed, he felt he was going to be sick. But that made no difference to what he had to do.”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But as a hinge — reversing a feeling into an 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is terrified but acts anyway. Is that what bravery means? Can you think of a time when you felt afraid but did something anyway? What made you do it?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semicolon joins two ideas that go together, and  "indeed"  strengthens them. Then  "But"  turns everything. Notice: Lewis doesn't say Peter became brave — he just acted despite the fear. Why is that more honest and more interesting than making him suddenly fearless?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28 · INTEGRATE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