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28.3.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Peter hadn't Susan, knew do.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Peter's sword wasn't long enough, but he used it bravely, and Aslan's name gave him courage. 
Look for: Peter's = possessive; wasn't = contraction; Aslan's = possessive; two commas needed;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Peter's sword wasn't long enough, but he used it bravely, and Aslan's name gave him courage. 
Look for: Peter's = possessive; wasn't = contraction; Aslan's = possessive; two commas needed;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28.3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 and Lucy stay and watch, even though it is terrible. Write about a time you stayed when it was hard.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 and Lucy stay and watch, even though it is terrible. Write about a time you stayed when it was hard.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symbolism and repeated ideas.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hadn't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— had + not.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Susan,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S; comma after the dependent clause.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knew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past tense of know.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peters sword wasnt long enough but he used it bravely and aslans name gave him courage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peters sword wasnt long enough but he used it bravely and aslans name gave him courage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Peter's sword wasn't long enough, but he used it bravely, and Aslan's name gave him courage.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Peter's = possessive; wasn't = contraction; Aslan's = possessive; two commas needed;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SCRIPT/SCRIBE MEANS WRITE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Match each clue to the correct word that uses this week's word part.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thaw began, Narnia felt ______ — as if it had never been under a curse.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solemn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 wore a ______ expression when he spoke about the Deep Magic.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robin had been a ______ of spring, arriving just before the snow began to melt.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