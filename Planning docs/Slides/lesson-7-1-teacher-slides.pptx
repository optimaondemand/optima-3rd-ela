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7.1. Reading: Text Features Help Readers.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nonfiction readers look for the central idea as they read. The central idea is the most important point the author wants you to understand. Supporting details back it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A table of contents lists all the chapters in a book and tells you what page each chapter begins on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A table of contents lists all the chapters in a book and tells you what page each chapter begins on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15, Miami, 3, Denver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15, Miami, 3, Denver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-ing: mailing, sending, reading, looking | drop e + -ing: writing, making, using, placing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-ing: mailing, sending, reading, looking | drop e + -ing: writing, making, using, placing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7.1  ·  Text Features Help Readers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nonfiction page in any book. Write about what the pictures and headings tell you before you read a word.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nonfiction page in any book. Write about what the pictures and headings tell you before you read a word.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Features Help Readers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read the words, what does a nonfiction book teach you just by how it looks?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nonfiction readers look for the central idea as they read. The central idea is the most important point the author wants you to understand. Supporting details back it up.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caption is a sentence under a photo or picture that explains what you are looking at.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of contents lists all the chapters in a book and tells you what page each chapter begins 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caption is a sentence under a photo or picture that explains what you are looking at.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of contents lists all the chapters in a book and tells you what page each chapter begins 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of contents lists all the chapters in a book and tells you what page each chapter begins on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-ING SHOWS ACTION HAPPENING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send + -ing =sending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map + -ing =mapping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travel + -ing =traveling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mail + -ing =mailing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title for one section of a nonfiction text.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sentence under a photo that explains what you see.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 that shows how something works, with labels.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important words and their definitions, at the back of a book.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arrived on January 15 2024 in the morning.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was sent from Miami Florida.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born on March 3 1999.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moved to Denver Colorado last summer.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word that a comma should come right after.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arrived on January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2024 in the morning.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was sent from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Miami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Florida.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born on March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1999.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moved to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Denver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Colorado last summer.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   ·   sending   ·   reading   ·   looking   ·   writing   ·   making   ·   using   ·   placing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add -ing  |  drop e + -ing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e + -ing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Features Help Readers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reading, they look at the headings and pictures to preview. During reading, they use captions to understand photos.”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after the article explains what a diagram is. You have just read about six text features. Now look at this page : name one text feature this lesson uses on you, and say what it helps you do.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2026-09-09T02:48:06Z</dcterms:created>
  <dcterms:modified xsi:type="dcterms:W3CDTF">2026-09-09T02:48:06Z</dcterms:modified>
</cp:coreProperties>
</file>