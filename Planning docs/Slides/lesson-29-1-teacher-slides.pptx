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29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 reason for my opinion?.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29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29.1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demands Edmund's life, saying she has a right to him. Is it ever okay to break a rule to do the right thing? Write what you think and explain why.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demands Edmund's life, saying she has a right to him. Is it ever okay to break a rule to do the right thing? Write what you think and explain why.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 reason for my opinion?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is the difference between a topic and a theme in a story?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13, the Witch claims she has a legal right to Edmund because of the Deep Magic. Explain the Deep Magic in your own words.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Aslan," said Witch.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ject means throw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throw back — reject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throw into — inject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throw out — eject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throw forward — project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ject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betrays the trust of their own side.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a wrong you have done; to make amends.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up something precious for something or someone more important.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Dialogue punctuation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must go to Aslan", said Peter.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Witch wants Edmund", Susan whispered.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Aslan really a lion?" asked Lucy.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Dialogue punctuation review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Aslan",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Edmund",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lion?"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Review roots and affixes in literary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    inject     eject     project     describe     manuscript     inscription     prescription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ject (throw)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script/scribe (write)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Review roots and affixes in literary vocabulary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ject (throw)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script/scribe (write)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is the difference between a topic and a theme in a story?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13, the Witch claims she has a legal right to Edmund because of the Deep Magic. Explain the Deep Magic in your own words.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29 · THEME BRAINSTORM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