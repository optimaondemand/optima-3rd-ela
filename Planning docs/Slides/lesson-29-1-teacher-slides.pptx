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29.1.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"You Aslan," said Witch.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"What do you want?" said the Witch, and she looked hard at Aslan. 
Look for: Opening quotation mark before What; capital W for the first word of speech; question mark inside the closing quotation mark; Witch and Aslan are proper nouns (capitals); comma after the dialogue tag Witch;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"What do you want?" said the Witch, and she looked hard at Aslan. 
Look for: Opening quotation mark before What; capital W for the first word of speech; question mark inside the closing quotation mark; Witch and Aslan are proper nouns (capitals); comma after the dialogue tag Witch;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Root: script/scribe (write): reject, inject, eject, project | Root: ject (throw): describe | Script: manuscript, inscription, prescription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Root: script/scribe (write): reject, inject, eject, project | Root: ject (throw): describe | Script: manuscript, inscription, prescription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29.1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calls Edmund a traitor in front of everyone. Write about a time you were embarrassed and someone stood up for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calls Edmund a traitor in front of everyone. Write about a time you were embarrassed and someone stood up for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 before the first word of speech; capital 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Aslan,"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inside the closing quotation mark — not outside.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tag verb — simple past tense.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W; period ends the whole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you want" said the witch and she looked hard at aslan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you want" said the witch and she looked hard at aslan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"What do you want?" said the Witch, and she looked hard at Aslan.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 before What; capital W for the first word of speech; question mark inside the closing quotation mark; Witch and Aslan are proper nouns (capitals); comma after the dialogue tag Witch;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JECT MEANS THROW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ject means throw.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atone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PUNCTUATION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must go to Aslan", said Peter.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Witch wants Edmund", Susan whispered.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Aslan really a lion?" asked Lucy.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PUNCTUATION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must go to Aslan", said Peter.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Witch wants Edmund", Susan whispered.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Aslan really a lion?" asked Lucy.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AFFIXES IN LITERARY VOCABULARY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  ·   inject   ·   eject   ·   project   ·   describe   ·   manuscript   ·   inscription   ·   prescription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Root: script/scribe (write)  |  Root: ject (throw)  |  Script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AFFIXES IN LITERARY 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Root: script/scribe (write)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Root: ject (throw)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BRAINSTORM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literary response on theme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