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29.1.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"You Aslan," said Witch.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"What do you want?" said the Witch, and she looked hard at Aslan. 
Look for: Opening quotation mark before What; capital W for the first word of speech; question mark inside the closing quotation mark; Witch and Aslan are proper nouns (capitals); comma after the dialogue tag Witch;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"What do you want?" said the Witch, and she looked hard at Aslan. 
Look for: Opening quotation mark before What; capital W for the first word of speech; question mark inside the closing quotation mark; Witch and Aslan are proper nouns (capitals); comma after the dialogue tag Witch;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Root: script/scribe (write): reject, inject, eject, project | Root: ject (throw): describe | Script: manuscript, inscription, prescription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Root: script/scribe (write): reject, inject, eject, project | Root: ject (throw): describe | Script: manuscript, inscription, prescription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29.1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calls Edmund a traitor in front of everyone. Write about a time you were embarrassed and someone stood up for you.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Witch calls Edmund a traitor in front of everyone. Write about a time you were embarrassed and someone stood up for you.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theme using details from across the story.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 before the first word of speech; capital 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Aslan,"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 inside the closing quotation mark — not outside.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tag verb — simple past tense.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noun — capital W; period ends the whole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want" said the witch and she looked hard at aslan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want" said the witch and she looked hard at aslan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"What do you want?" said the Witch, and she looked hard at Aslan.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quotation mark before What; capital W for the first word of speech; question mark inside the closing quotation mark; Witch and Aslan are proper nouns (capitals); comma after the dialogue tag Witch;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ROOT/BASE: JECT MEANS THROW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Root/base: ject means throw.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traitor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atone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sacrifice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PUNCTUATION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must go to Aslan", said Peter.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Witch wants Edmund", Susan whispered.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Aslan really a lion?" asked Lucy.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PUNCTUATION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must go to Aslan", said Peter.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Witch wants Edmund", Susan whispered.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Aslan really a lion?" asked Lucy.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ROOTS AND AFFIXES IN LITERARY VOCABULARY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  ·   inject   ·   eject   ·   project   ·   describe   ·   manuscript   ·   inscription   ·   prescription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Root: script/scribe (write)  |  Root: ject (throw)  |  Script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ROOTS AND AFFIXES IN LITERARY 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script/scribe (write)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564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326136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 ject (throw)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564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708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19800" y="1078992"/>
            <a:ext cx="271272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6065520" y="1133856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19800" y="1591056"/>
            <a:ext cx="2712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1240" y="1700784"/>
            <a:ext cx="25298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BRAINSTORM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literary response on theme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