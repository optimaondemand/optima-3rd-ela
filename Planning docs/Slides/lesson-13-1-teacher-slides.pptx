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13.1. Reading: Ch. 39–40.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theme clues. A theme is a lesson the whole story teaches.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walked out of the dungeon and into the light of the great hall at last.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walked out of the dungeon and into the light of the great hall at last.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extra words describe the nouns. A word that describes a noun is an adjective.
Small and trembling describe the mouse. Dark describes the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extra words describe the nouns. A word that describes a noun is an adjective.
Small and trembling describe the mouse. Dark describes the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mouse, corridor, thread, princess | Group 2: small, trembling, dark, golden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mouse, corridor, thread, princess | Group 2: small, trembling, dark, golden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rabbit, basket, kitten, blanket | Other pattern: castle, garden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rabbit, basket, kitten, blanket | Other pattern: castle, garden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13.1  ·  Ch. 39–40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cries about the missing princess even though she pretends not to care. Write about a time you pretended not to care about something.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cries about the missing princess even though she pretends not to care. Write about a time you pretended not to care about something.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39–40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each character learned by this point?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theme clues. A theme is a lesson the whole story teaches.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climbed the stairs and stepped into the warm yellow light.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Pea is a name, so both words are capitalized. The verbs climbed and stepped share one subject, so and joins them with no comma.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walked out of the dungeon and into the light of the great hall at last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walked out of the dungeon and into the light of the great hall at last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walked out of the dungeon and into the light of the great hall at last.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fiction →nonfiction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sense →nonsense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stop →nonstop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non- + living →nonliving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sharp metal tool for sewing — here, a mouse's sword.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gold and jewels a king or queen wears.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 about the same mouse. The second one is longer. Read both and work out what the extra words are doing.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trembling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sentence lets you picture the mouse? What does the other one leave out?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Take small, trembling and dark out again. What kind of word is each one sitting next to?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Could you add a describing word in front of thread or princess too? Try 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 about the same mouse. The second one is longer. Read both and work out what the extra words are doing.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trembling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words describe the nouns. A word that describes a noun is an adjective.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trembling describe the mouse. Dark describes the corridor.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   ·    princess    ·    dark    ·    corridor    ·    small    ·    golden    ·    thread    ·    trembling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These eight words split into two groups. The columns are not labelled on purpose — sort them first, then decide what each group should be called.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ADJECTIVES AND COMPARING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trembling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IN LONGER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·   basket   ·   kitten   ·   blanket   ·   castle   ·   garden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1st syllable  |  Other pattern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IN LONGER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39–40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so, the small mouse who had been dipped in oil, covered in flour, and relieved of his tail slipped out of the pantry and past the weeping ladies.”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princess comes out of the dungeon. How does the author describe this moment? What details matter most?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world at the start of Chapter 40. What is different from the beginning of the story? What has stayed the same?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RESPONSE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literary response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