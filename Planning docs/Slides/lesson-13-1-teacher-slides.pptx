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Week 13 Day 1. The Tale of Despereaux.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 once. Give students about 1 minute to read it again silently and think. Remind them: there is no wrong answer — just write what comes to mind. Advance to the writing slide when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5-minute timer. Walk the room quietly. If a student stops, gently encourage them: "Keep writing — even one more sentence." The goal is sustained writing, not perfection. Do not interrupt to correct spelling or grammar during this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1-minute timer. Remind students: we are only fixing ONE thing today — Did I explain the connection clearly enough that the reader can see how the two things linked?. They should also do a quick conventions check (capitals, punctuation, spelling). They do NOT need to rewrite — just fix and improve. Revision = improving ideas; Editing = fixing conventions. Keep them separate in your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on 3-5 students to share. Respond with genuine interest: "I love how you described that" or "That's a really interesting idea." Avoid correcting grammar or spelling during share time — this is about celebrating writing. If time is short, have 2-3 students share in chat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big question and reading lens with students before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1-2 minutes to fix the sentence. Walk the room and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the corrected version. Point out each fix: capitalization, punctuation, spelling.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morphology focus. Have students identify the base word and affix in each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through each vocabulary word. For flip cards, have students guess the definition before revealing.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identify the correct answer before revealing. Use chat or cold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answers. Discuss WHY each answer is correct — what rule applies?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time to sort the words. Use the chat or paper to organize.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each column. Ask: what pattern do you see in each group?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focus slide. Use pause-and-think questions during reading. Copywork can be done after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the writing workshop assignment in Canvas.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1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🐭  Week 13 · Day 1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Tale of Despereaux — Lesson 13.1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 Academy Online · 3rd Grade ELA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10-Minute Write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1645920"/>
          </a:xfrm>
          <a:prstGeom prst="roundRect">
            <a:avLst>
              <a:gd name="adj" fmla="val 555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27048"/>
            <a:ext cx="7863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stories — Despereaux's, Roscuro's, and Mig's — are starting to come together. Think about a time in YOUR life when two separate things suddenly connected in a surprising way. Maybe two friends met, or something you learned in one place helped in another.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 the chat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</a:t>
            </a:r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 paper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hold up when we share.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Writing Time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173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Prompt: </a:t>
            </a:r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stories — Despereaux's, Roscuro's, and Mig's — are starting to come together. Think about a time in YOUR life when two separate things suddenly connected in a surprising way. Maybe two friends met, or something you learned in one place helped in another.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292608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68880" y="30175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get stuck: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Reread the prompt above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 "I'm thinking..." until a new idea comes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Keep going — don't erase!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🔍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&amp; Revise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371600" y="2103120"/>
            <a:ext cx="64008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21488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check: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explain the connection clearly enough that the reader can see how the two things linked?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2926080"/>
            <a:ext cx="64008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54480" y="30175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Capital letters at the start of every sentence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End punctuation ( .  ?  ! )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Spelling — circle any words that look wrong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Read it quietly to yourself — does it sound right?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🗣️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828800" y="2468880"/>
            <a:ext cx="548640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103120" y="25603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share: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✋ Raise your hand if you want to read yours aloud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Or paste your writing in the chat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👂 Listen respectfully when others share
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writer's ideas matter — there are no wrong answers.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Today's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44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has each character learned by this point?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0756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"light" represent beyond the physical kind?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80720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lesson do you think the author most wants readers to take away?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" y="34290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749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look for theme clues . A theme is a lesson the whole story teaches.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Now You Try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the princess pea walked out of the dungeon and into the light of the great hall at last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18470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despereaux followed her slowly and bravely and felt the warmth of the sun on his small face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Answer Revealed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the princess pea walked out of the dungeon and into the light of the great hall at last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18470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despereaux followed her slowly and bravely and felt the warmth of the sun on his small face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246888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27432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The Princess Pea walked out of the dungeon and into the light of the great hall at last.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32918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Despereaux followed her slowly and bravely and felt the warmth of the sun on his small face.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38404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catch the proper nouns (Princess Pea, Despereaux), the -ly adverbs (slowly, bravely), and capital letters?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Morphology: The Suffix  -ness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BUILDING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shine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shin ing  (the sun was shining)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901952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94767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stare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star ing  (he was staring at the light)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32304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47802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sniff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sniff ing  (she was sniffing)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962656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300837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hold ing  (he was holding a handkerchief)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" y="349300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EXAMPLES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8130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📌 Examples from the Novel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Vocabulary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060704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longing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deep wish or desire for something you do not have.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0" y="1005840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09160" y="1060704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despair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feeling of complete hopelessness; giving up on something getting better.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18488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Focused attention on something; thinking about only one thing.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0" y="1618488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9160" y="1673352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disappointment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feeling of sadness when something does not turn out the way you hoped.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231136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286000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obscenely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 shockingly large or extreme; far beyond what is normal.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572000" y="2231136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709160" y="2286000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proclaimed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Announced something in a loud, official, or important way.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57200" y="2843784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94360" y="2898648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ridiculously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seems silly or unbelievable; so much that it is hard to take seriously.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Pronouns: He, She, It, They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looked up at the light.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Gregory held it up high.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princess she did not know.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86207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rats they lived in darkness.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Pronouns: He, She, It, They — Answers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Gregory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princess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86207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darkness.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"au" vs. "aw"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 — Sort these words!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463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shining     staring     named     waved     snapped     stopped     wrapped     nodding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"aw"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8056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"au"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"au" vs. "aw" — Sorted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"aw"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shining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staring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259689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waved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48056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57200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"au"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snapped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stopped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wrapped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0" y="259689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nodding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Read: Ch. 39–40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"light" represent beyond the physical kind?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lesson do you think the author most wants readers to take away?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6060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926080"/>
            <a:ext cx="822960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303580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Stories are light. Light is precious in a world so dark. Begin at the beginning. Tell Gregory your story. Make me a candle.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Writing Connection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writing assignment in Canvas.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writing prompt for today's workshop.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2026-07-11T14:32:39Z</dcterms:created>
  <dcterms:modified xsi:type="dcterms:W3CDTF">2026-07-11T14:32:39Z</dcterms:modified>
</cp:coreProperties>
</file>