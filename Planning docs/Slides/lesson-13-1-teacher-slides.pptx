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13.1. Reading: Ch. 39–40.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look for theme clues . A theme is a lesson the whole story teaches.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Princess Pea walked out of the dungeon and into the light of the great hall at last.
Look for: Did you catch the proper nouns (Princess Pea, Despereaux), the -ly adverbs (slowly, bravely),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Princess Pea walked out of the dungeon and into the light of the great hall at last.
Look for: Did you catch the proper nouns (Princess Pea, Despereaux), the -ly adverbs (slowly, bravely),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she?”, “Gone,”, shouted,, go,”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she?”, “Gone,”, shouted,, go,”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 (/s/ or /j/): mice, prince, magic, gentle | Hard (/k/ or /g/): Cook, candle, gold, garlic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 (/s/ or /j/): mice, prince, magic, gentle | Hard (/k/ or /g/): Cook, candle, gold, garlic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13.1  ·  Ch. 39–40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cries about the missing princess even though she pretends not to care. Write about a time you pretended not to care about something.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cries about the missing princess even though she pretends not to care. Write about a time you pretended not to care about something.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39–40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each character learned by this point?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theme clues . A theme is a lesson the whole story teaches.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walked out of the dungeon and into the light of the great hall at last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followed her slowly and bravely and felt the warmth of the sun on his small face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walked out of the dungeon and into the light of the great hall at last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followed her slowly and bravely and felt the warmth of the sun on his small face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walked out of the dungeon and into the light of the great hall at last.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(Princess Pea, Despereaux), the -ly adverbs (slowly, bravely),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action — base word: act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direction — base word: direct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celebration — base word: celebrate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invention — base word: invent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needle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thin, sharp metal tool for sewing — here, a mouse's sword.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forgiven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longer blamed for something you did wrong.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willing to face something frightening.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circle of gold and jewels a king or queen wears.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DIALOGUE: PUTTING IT TO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is she?” asked Despereaux.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“Gone,” said Cook quietly.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shouted, “Find her!”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will go,” said the mouse.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punctuation mark that ends the spoken words.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DIALOGUE: PUTTING IT TO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is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she?”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asked Despereaux.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“Gone,”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Cook quietly.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“Find her!”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will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the mouse.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AND SOFT 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   ·   prince   ·   magic   ·   gentle   ·   Cook   ·   candle   ·   gold   ·   garlic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Soft (/s/ or /j/)  |  Hard (/k/ or /g/)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AND SOFT 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(/s/ or /j/)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(/k/ or /g/)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39–40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so, the small mouse who had been dipped in oil, covered in flour, and relieved of his tail slipped out of the pantry and past the weeping ladies.”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princess comes out of the dungeon. How does the author describe this moment? What details matter most?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world at the start of Chapter 40. What is different from the beginning of the story? What has stayed the same?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LITERARY RESPONSE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to literary response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