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13.1. Reading: Ch. 39–40.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walked out of the dungeon and into the light of the great hall at last.
Look for: Did you catch the proper nouns (Princess Pea, Despereaux), the -ly adverbs (slowly, bravely),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walked out of the dungeon and into the light of the great hall at last.
Look for: Did you catch the proper nouns (Princess Pea, Despereaux), the -ly adverbs (slowly, bravely),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she?”, “Gone,”, shouted,, go,”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she?”, “Gone,”, shouted,, go,”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(/s/ or /j/): mice, prince, magic, gentle | Hard (/k/ or /g/): Cook, candle, gold, garlic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(/s/ or /j/): mice, prince, magic, gentle | Hard (/k/ or /g/): Cook, candle, gold, garlic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13.1  ·  Ch. 39–40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cries about the missing princess even though she pretends not to care. Write about a time you pretended not to care about something.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cries about the missing princess even though she pretends not to care. Write about a time you pretended not to care about something.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39–40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followed her slowly and bravely and felt the warmth of the sun on his small face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walked out of the dungeon and into the light of the great hall at last.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-ly adverbs (slowly, bravely),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word: 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word: direct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invention — base word: invent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prince   ·   magic   ·   gentle   ·   Cook   ·   candle   ·   gold   ·   garlic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Soft (/s/ or /j/)  |  Hard (/k/ or /g/)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39–40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so, the small mouse who had been dipped in oil, covered in flour, and relieved of his tail slipped out of the pantry and past the weeping ladies.”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has each character learned by this point?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"light" represent beyond the physical kind?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lesson do you think the author most wants readers to take away?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