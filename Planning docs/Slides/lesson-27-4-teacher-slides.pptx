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27.4.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Although Edmund had made mistake, Aslan.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children ran through the dark woods, and they came to a wide frozen river that they had to cross. 
Look for: Capitalize The at the start; ran and came are irregular past tenses; comma before and joining two independent clauses;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children ran through the dark woods, and they came to a wide frozen river that they had to cross. 
Look for: Capitalize The at the start; ran and came are irregular past tenses; comma before and joining two independent clauses;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🦁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27.4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Loyalty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is rescued but not forgiven yet. Write about the difference between being safe and being forgiven.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is rescued but not forgiven yet. Write about the difference between being safe and being forgiven.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circle any word I was not sure how to spell?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different character perspectives.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word — begins the dependent clause.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capital 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made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Past-perfect verb — shows action completed before another.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mistake,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— separates dependent clause from main clause.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ran through the dark woods and they came to a wide frozen river that they had to cross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ran through the dark woods and they came to a wide frozen river that they had to cross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The children ran through the dark woods, and they came to a wide frozen river that they had to cross.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Capitalize The at the start; ran and came are irregular past tenses; comma before and joining two independent clauses;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ROOT/BASE: FORM MEANS SHAPE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Complete each sentence in your notebook to show you understand the word part.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response: compare two characters' perspectives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2026-09-09T12:44:18Z</dcterms:created>
  <dcterms:modified xsi:type="dcterms:W3CDTF">2026-09-09T12:44:18Z</dcterms:modified>
</cp:coreProperties>
</file>