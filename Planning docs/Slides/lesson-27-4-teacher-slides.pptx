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27.4.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Although Edmund had made mistake, Aslan.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children ran through the dark woods, and they came to a wide frozen river that they had to cross. 
Look for: Capitalize The at the start; ran and came are irregular past tenses;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children ran through the dark woods, and they came to a wide frozen river that they had to cross. 
Look for: Capitalize The at the start; ran and came are irregular past tenses;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27.4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is rescued but not forgiven yet. Write about the difference between being safe and being forgiven.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is rescued but not forgiven yet. Write about the difference between being safe and being forgiven.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made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Past-perfect verb — shows action completed before another.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— separates dependent clause from main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ran through the dark woods and they came to a wide frozen river that they had to cross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ran through the dark woods and they came to a wide frozen river that they had to cross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children ran through the dark woods, and they came to a wide frozen river that they had to cross.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The at the start; ran and came are irregular past tenses; comma before and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FORM MEANS SHAPE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response: compare two characters' perspectives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