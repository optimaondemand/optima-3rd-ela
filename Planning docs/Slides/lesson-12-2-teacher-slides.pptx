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12.2. Reading: Ch. 33–34.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held up his needle and the light from the candle hit it and made a small glow.
Look for: Did you catch the proper noun (Despereaux), the pronoun (he),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held up his needle and the light from the candle hit it and made a small glow.
Look for: Did you catch the proper noun (Despereaux), the pronoun (he),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12.2  ·  Ch. 33–34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makes Mig a promise he does not mean to keep. Write about a promise someone made to you. Did they keep it?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makes Mig a promise he does not mean to keep. Write about a promise someone made to you. Did they keep it?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33–34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told the princess that he had come to rescue her and she looked at him with grateful eyes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told the princess that he had come to rescue her and she looked at him with grateful eyes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held up his needle and the light from the candle hit it and made a small glow.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pronoun (he),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word: slow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word: quiet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word: quick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   ·   spoons   ·   rats   ·   candles   ·   mice's   ·   mouse's   ·   king's   ·   princess's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33–34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 passionately did Roscuro speak and so intently did the serving girl listen that neither noticed as the napkin on the tray moved.”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the dungeon do to the characters inside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the castle above compare to the dungeon below?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sensory details make each setting feel real?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descriptive language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