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12.2. Reading: Ch. 33–34.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setting . Places shape what characters feel and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held up his needle and the light from the candle hit it and made a small glow.
Look for: Did you catch the proper noun (Despereaux), the pronoun (he),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held up his needle and the light from the candle hit it and made a small glow.
Look for: Did you catch the proper noun (Despereaux), the pronoun (he),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said,, hungry,”, said,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said,, hungry,”, said,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mice, spoons, rats, candles | Possessive (belongs to): mice's, mouse's, king's, princess's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mice, spoons, rats, candles | Possessive (belongs to): mice's, mouse's, king's, princess's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12.2  ·  Ch. 33–34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makes Mig a promise he does not mean to keep. Write about a promise someone made to you. Did they keep it?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makes Mig a promise he does not mean to keep. Write about a promise someone made to you. Did they keep it?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quotation marks around the words a person said?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33–34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dungeon do to the characters inside it?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setting . Places shape what characters feel and do.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held up his needle and the light from the candle hit it and made a small glow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told the princess that he had come to rescue her and she looked at him with grateful eyes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held up his needle and the light from the candle hit it and made a small glow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told the princess that he had come to rescue her and she looked at him with grateful eyes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held up his needle and the light from the candle hit it and made a small glow.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(Despereaux), the pronoun (he), the comma,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slowly — base word: slow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quietly — base word: quiet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word: brave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quickly — base word: quick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foolish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Silly or unwise; showing poor judgment.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guards prisoners in a jail or dungeon.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forward, especially toward someone.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said, “I want to be a princess.”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hungry,” the prince said.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 you are smelling.”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comma that separates the speech from the speaker.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“I want to be a princess.”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hungry,”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prince said.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 you are smelling.”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   ·   spoons   ·   rats   ·   candles   ·   mice's   ·   mouse's   ·   king's   ·   princess's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Plural (more than one)  |  Possessive (belongs to)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(more than one)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(belongs to)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princess's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33–34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 passionately did Roscuro speak and so intently did the serving girl listen that neither noticed as the napkin on the tray moved.”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Despereaux holds up his needle in the dark. What happens? What does this image represent?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Despereaux tells the princess he is there to rescue her. How does she react? Is this the ending you expected?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descriptive language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