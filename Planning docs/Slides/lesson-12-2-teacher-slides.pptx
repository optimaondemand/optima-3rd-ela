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12.2. Reading: Ch. 33–34.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pay attention to setting. Places shape what characters feel and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held up his needle and the light from the candle hit it and made a small glow.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Despereaux held up his needle and the light from the candle hit it and made a small glow.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When a character speaks, the words they say go inside quotation marks. A comma separates the spoken words from the tag that says who spoke — and that comma goes inside the closing quotation mark.
The comma sits inside the quotation marks, and said is not capitalized.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When a character speaks, the words they say go inside quotation marks. A comma separates the spoken words from the tag that says who spoke — and that comma goes inside the closing quotation mark.
The comma sits inside the quotation marks, and said is not capitalized.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basket,”, said, said,, “I, hungry,”, said., said,, “That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basket,”, said, said,, “I, hungry,”, said., said,, “That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Long words get short fast when you find the base word first, then peel off the suffix: darkness = dark + -ness. Suffixes that start with a consonant (-ful, -less, -ly, -ness) usually leave the base alone.
Answers: darkness, hopeful, careless, quickly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Long words get short fast when you find the base word first, then peel off the suffix: darkness = dark + -ness. Suffixes that start with a consonant (-ful, -less, -ly, -ness) usually leave the base alone.
Answers: darkness, hopeful, careless, quickly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12.2  ·  Ch. 33–34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makes Mig a promise he does not mean to keep. Write about a promise someone made to you. Did they keep it?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makes Mig a promise he does not mean to keep. Write about a promise someone made to you. Did they keep it?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put quotation marks around the words a person said?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33–34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dungeon do to the characters inside it?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setting. Places shape what characters feel and do.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lifted the needle and watched the candlelight run along its edge.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a name and starts with a capital letter. The verbs lifted and watched share one subject, so and joins them with no comma.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held up his needle and the light from the candle hit it and made a small glow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held up his needle and the light from the candle hit it and made a small glow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held up his needle and the light from the candle hit it and made a small glow.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SUFFIX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base + suffix means a base word plus an ending that changes its job.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slowly = tells how something was done · quietly = tells how something was done · action = names the thing that is done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Meaning! Tap a word, then tap what it means.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covering worn to protect the body in battle.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foolish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Silly or unwise; showing poor judgment.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guards prisoners in a jail or dungeon.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forward, especially toward someone.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sentences say the same thing. The author punctuated them differently. Look at the marks, not the words.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the comma in each sentence. Is it inside the quotation marks or outside?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One of the sentences has a lowercase word right after a quotation mark. Why is it not capitalized?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has to change when the speaker's name moves to the front?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sentences say the same thing. The author punctuated them differently. Look at the marks, not the words.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him.”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character speaks, the words they say go inside quotation marks. A comma separates the spoken words from the tag that says who spoke — and that comma goes inside the closing quotation mark.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 sits inside the quotation marks, and said is not capitalized.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“Carry the basket,” said Roscuro.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said, “I want to be a princess.”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hungry,” the prince said.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said, “That is soup.”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both words that carry a mark separating the speech from the speaker — the one holding the comma or the quotation mark, and the tag that says who spoke.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“Carry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basket,”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hungry,”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WORDS WITH FAMILIAR SUFFIXES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words get short fast when you find the base word first, then peel off the suffix: darkness = dark + -ness. Suffixes that start with a consonant (-ful, -less, -ly, -ness) usually leave the base alone.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Every word in the row shares a base. Find the one with the suffix named.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darkly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careless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quickest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WORDS WITH FAMILIAR SUFFIXES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words get short fast when you find the base word first, then peel off the suffix: darkness = dark + -ness. Suffixes that start with a consonant (-ful, -less, -ly, -ness) usually leave the base alone.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Every word in the row shares a base. Find the one with the suffix named.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darkly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hopeful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cared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careless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quicker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quickest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33–34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passionately did Roscuro speak and so intently did the serving girl listen that neither noticed as the napkin on the tray moved.”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Despereaux holds up his needle in the dark. What happens? What does this image represent?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Despereaux tells the princess he is there to rescue her. How does she react? Is this the ending you expected?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descriptive language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