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12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tell what happened because of the plan, not just what the plan was?.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12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12.2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making a plan in the dungeon. Think about a time you made a plan to get something you wanted. Did the plan work? What happened? Start with: 'My plan was to...'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making a plan in the dungeon. Think about a time you made a plan to get something you wanted. Did the plan work? What happened? Start with: 'My plan was to...'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tell what happened because of the plan, not just what the plan was?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, and she looked at him with grateful eyes.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pronoun (he), the comma,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33–34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small thing. But small things, Despereaux had discovered, sometimes made a very large difference.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