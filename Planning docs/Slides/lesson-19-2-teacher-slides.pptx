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19.2. Reading: Ch. 8–9.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look for moments when a character does something unexpected. Watch for a moment where Jemmy does something surprising for someone who hasn't deserved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"Sign your name here," ordered Hold-Your-Nose Billy. 
Look for: Opening quotation mark; capital S on Sign; comma inside the closing quote; capital H on Hold-Your-Nose Billy (proper name with hyphens);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"Sign your name here," ordered Hold-Your-Nose Billy. 
Look for: Opening quotation mark; capital S on Sign; comma inside the closing quote; capital H on Hold-Your-Nose Billy (proper name with hyphens);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so, but,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so, but,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1st syllable: paper, pilot, super, favor, student | Other: closet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1st syllable: paper, pilot, super, favor, student | Other: closet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19.2  ·  Ch. 8–9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can read and write; the prince cannot. Write about something you can do that surprises people.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can read and write; the prince cannot. Write about something you can do that surprises people.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circle any word I was not sure how to spell?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8–9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look for moments when a character does something unexpected. Watch for a moment where Jemmy does something surprising for someone who hasn't deserved it.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look for moments when a character does something unexpected. Watch for a moment where Jemmy does something surprising for someone who hasn't deserved it.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the king that," directed Hold-Your-Nose Billy.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name here ordered hold-your-nose billy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name here ordered hold-your-nose billy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"Sign your name here," ordered Hold-Your-Nose Billy.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quotation mark; capital S on Sign; comma inside the closing quote; capital H on Hold-Your-Nose Billy (proper name with hyphens);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-ER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robber — one who robs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louder — more loud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tricker — one who tricks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darker — more dark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Grateful; thankful for a favor done.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scoundrel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dishonest or wicked person; a villain.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gallows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wooden frame used to hang criminals as punishment.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scribblement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Billy's word for writing — scrawling marks on paper.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SENTENCES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wrote the ransom note, Billy checked every word.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stomped outside, so the boys were left alone.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was angry, but Jemmy stayed calm.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had a plan, and he acted quickly.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SENTENCES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wrote the ransom note, Billy checked every word.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stomped outside,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boys were left alone.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was angry,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Jemmy stayed calm.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h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 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cted quickly.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SYLLABLES (DAY 2: IDENTIFY)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  ·   pilot   ·   super   ·   favor   ·   student   ·   closet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Open 1st syllable  |  Other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SYLLABLES (DAY 2: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1st syllable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8–9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Good readers look for moments when a character does something unexpected. Watch for a moment where Jemmy does something surprising for someone who hasn't deserved it.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Count the syllables in each line of both haiku. Then find the word in each one where things change.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at the letters around the dot in each word. Count: vowel, consonant, consonant, vowel. That's the VCCV pattern 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