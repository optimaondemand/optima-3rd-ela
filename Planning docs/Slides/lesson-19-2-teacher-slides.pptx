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19 Day 2.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HOW I solved the problem, not just that I did?.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19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19.2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uses his street smarts to trick the outlaws. Write about a time you used your brain to solve a problem instead of your strength. What did you figure out? Start with: 'I used my brain when...'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uses his street smarts to trick the outlaws. Write about a time you used your brain to solve a problem instead of your strength. What did you figure out? Start with: 'I used my brain when...'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HOW I solved the problem, not just that I did?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moments when a character does something unexpected. Watch for a moment where Jemmy does something surprising for someone who hasn't deserved it.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moments when a character does something unexpected. Watch for a moment where Jemmy does something surprising for someone who hasn't deserved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 the king that," directed Hold-Your-Nose Billy.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name here ordered hold-your-nose billy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name here ordered hold-your-nose billy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"Sign your name here," ordered Hold-Your-Nose Billy.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S on Sign; comma inside the closing quote; capital H on Hold-Your-Nose Billy (proper name with hyphens);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-er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robs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loud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tricks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more dark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Grateful; thankful for a favor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scoundrel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dishonest or wicked person; a villain.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gallows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wooden frame used to hang criminals as punishment.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scribblement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Billy's word for writing — scrawling marks on paper.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wrote the ransom note, and Billy checked every word.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outside, so the boys were left alone.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angry, but Jemmy stayed calm.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had a plan, and he acted quickly.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Compound Sentences (Day 2: Identify)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    pilot     super     favor     student     closet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Open Syllables (Day 2: Identify)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8–9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19 · Add Reasons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