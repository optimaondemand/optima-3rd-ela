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6–7: Jemmy can read and write; the prince cannot. This small fact changes everything.
TODAY: Ch. 8–9: Jemmy writes the ransom note — but he's planning something clever.
BIG Q: Why does Jemmy try to help the prince even when the prince has been so cruel to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"sign your name here ordered hold-your-nose billy"
Corrected: ""Sign your name here," ordered Hold-Your-Nose Billy."
Errors: Opening quotation mark; capital S on Sign; comma inside the closing quote; capital H on Hold-Your-Nose Billy (proper name with hyphens);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"sign your name here ordered hold-your-nose billy"
Corrected: ""Sign your name here," ordered Hold-Your-Nose Billy."
Errors: Opening quotation mark; capital S on Sign; comma inside the closing quote; capital H on Hold-Your-Nose Billy (proper name with hyphens);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robber — one who robs | louder — more loud | tricker — one who tricks | darker — more dark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obliged: Grateful; thankful for a favor done. | scoundrel: A dishonest or wicked person; a villain. | gallows: A wooden frame used to hang criminals as punishment. | scribblement: Billy's word for writing — scrawling marks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wrote the ransom note, [and] Billy checked every word." → and | "The prince kept interrupting, [so] Jemmy lost his train of thought." → so | "Billy trusted the note, [but] Jemmy had a secret plan." → but | "Cutwater read the words, [and] Billy smiled with greed."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wrote the ransom note, [and] Billy checked every word." → and | "The prince kept interrupting, [so] Jemmy lost his train of thought." → so | "Billy trusted the note, [but] Jemmy had a secret plan." → but | "Cutwater read the words, [and] Billy smiled with greed."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1st syllable: paper, pilot, super, favor, student | Other: closet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Open 1st syllable: paper, pilot, super, favor, student | Other: closet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8–9
When The Whipping Boy sees Jeremy tangled in string and the cat coming, she could have run. She stays and unties him instead. Later, Nicodemus and the rats agree to move her cinderblock house — a dangerous, hours-long job — because she asked for help.
Billy wants the note to ask for a wagonload of gold. How does Jemmy make this work in his favor?
Jemmy hides a trick inside the note. What is his plan, and why can't Billy figure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Add Reasons
Focus: Opinion: add at least one reason with a "because" or "for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19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8–9</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The ransom note; Revealing Jemmy's plan to trick the villains</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19  ·  Virtue: Fairness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6–7: Jemmy can read and write; the prince cannot. This small fact changes everything.</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8–9: Jemmy writes the ransom note — but he's planning something clever.</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Why does Jemmy try to help the prince even when the prince has been so cruel to him?</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look for moments when a character does something unexpected. Watch for a moment where Jemmy does something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"Tell the king that," directed Hold-Your-Nose Billy.</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sign your name here ordered hold-your-nose billy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S on Sign; comma inside the closing quote; capital H on Hold-Your-Nose Billy (proper name with hyphens);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sign your name here ordered hold-your-nose billy</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S on Sign; comma inside the closing quote; capital H on Hold-Your-Nose Billy (proper name with hyphens);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"Sign your name here," ordered Hold-Your-Nose Billy.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robber — one who robs</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louder — more loud</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tricker — one who tricks</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darker — more dark</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obliged   ·   scoundrel   ·   gallows   ·   scribblement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obliged</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Grateful; thankful for a favor done.</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scoundrel</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dishonest or wicked person; a villain.</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gallows</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wooden frame used to hang criminals as punishment.</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scribblement</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Billy's word for writing — scrawling marks on paper.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wrote the ransom note, _____ Billy checked every word.</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kept interrupting, _____ Jemmy lost his train of thought.</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trusted the note, _____ Jemmy had a secret plan.</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read the words, _____ Billy smiled with greed.</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wrote the ransom note,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Billy checked every word.</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kept interrupting,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Jemmy lost his train of thought.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trusted the note,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Jemmy had a secret plan.</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read the words,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Billy smiled with greed.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paper   ·   pilot   ·   super   ·   favor   ·   student   ·   closet</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Open 1st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Other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2: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2121408"/>
          </a:xfrm>
          <a:prstGeom prst="roundRect">
            <a:avLst>
              <a:gd name="adj" fmla="val 43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Open 1st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paper</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pilot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super</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favor</a:t>
            </a:r>
            <a:endParaRPr lang="en-US" sz="1400" dirty="0"/>
          </a:p>
        </p:txBody>
      </p:sp>
      <p:sp>
        <p:nvSpPr>
          <p:cNvPr id="13" name="Text 11"/>
          <p:cNvSpPr/>
          <p:nvPr/>
        </p:nvSpPr>
        <p:spPr>
          <a:xfrm>
            <a:off x="594360" y="2852928"/>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student</a:t>
            </a:r>
            <a:endParaRPr lang="en-US" sz="1400" dirty="0"/>
          </a:p>
        </p:txBody>
      </p:sp>
      <p:sp>
        <p:nvSpPr>
          <p:cNvPr id="14" name="Shape 12"/>
          <p:cNvSpPr/>
          <p:nvPr/>
        </p:nvSpPr>
        <p:spPr>
          <a:xfrm>
            <a:off x="4709160" y="1024128"/>
            <a:ext cx="4114800" cy="1005840"/>
          </a:xfrm>
          <a:prstGeom prst="roundRect">
            <a:avLst>
              <a:gd name="adj" fmla="val 9091"/>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Other</a:t>
            </a:r>
            <a:endParaRPr lang="en-US" sz="1200" dirty="0"/>
          </a:p>
        </p:txBody>
      </p:sp>
      <p:sp>
        <p:nvSpPr>
          <p:cNvPr id="16" name="Text 14"/>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closet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8–9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The ransom note; Revealing Jemmy's plan to trick the villains</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Billy wants the note to ask for a wagonload of gold. How does Jemmy make this work in his favor?</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Jemmy hides a trick inside the note. What is his plan, and why can't Billy figure it out?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Add Reasons</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add at least one reason with a "because" or "for example."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reason is that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"For example, in Chapter ___, ___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