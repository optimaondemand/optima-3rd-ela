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9.2. Reading: Ch. 10–11.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watch for unexpected connections. This week, pay attention to the moments when two very different characters find something in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Gregory the jailer carried a candle with a long rope tied around his waist so he could find his way.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Gregory the jailer carried a candle with a long rope tied around his waist so he could find his way.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possessive noun shows that something belongs to someone. Add an apostrophe and s to a singular noun: the mouse’s tail. The apostrophe is what makes it possessive — without it, the word is just a plural.
Despereaux’s — the heart belongs to Despereaux.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possessive noun shows that something belongs to someone. Add an apostrophe and s to a singular noun: the mouse’s tail. The apostrophe is what makes it possessive — without it, the word is just a plural.
Despereaux’s — the heart belongs to Despereaux.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Despereaux’s, brother’s, king’s, princess’s, Mig’s, hen’s, mouse’s, rat’s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Despereaux’s, brother’s, king’s, princess’s, Mig’s, hen’s, mouse’s, rat’s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word ends in a consonant + y, change the y to i before most endings: carry → carried. Two exceptions: keep the y before -ing (carrying), and change nothing when a vowel comes before the y (played).
Answers: carried, happier, cities, tried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word ends in a consonant + y, change the y to i before most endings: carry → carried. Two exceptions: keep the y before -ing (carrying), and change nothing when a vowel comes before the y (played).
Answers: carried, happier, cities, tried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9.2  ·  Ch. 10–11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Council votes, and Despereaux's own father votes with them. If you were Lester, what would you have done? Why?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Council votes, and Despereaux's own father votes with them. If you were Lester, what would you have done? Why?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a period, question mark, or exclamation point?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10–11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Roscuro and Gregory have in common?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watch for unexpected connections. This week, pay attention to the moments when two very different characters find something in common.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Gregory's rope was tied around his ankle so the dungeon could never keep him.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Gregory’s has an apostrophe and an s because one person owns the rope. Gregory is a name, so it starts with a capital letter.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gregory the jailer carried a candle with a long rope tied around his waist so he could find his way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gregory the jailer carried a candle with a long rope tied around his waist so he could find his way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Gregory the jailer carried a candle with a long rope tied around his waist so he could find his way.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dis- means not, or the opposite.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disappear = to stop being seen · dislike = to not like · disagree = to not agree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Meaning! Tap a word, then tap what it means.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prison room, usually underground.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important and respected that it must never be broken.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absence of light.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speak very quietly, using breath instead of voice.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below has an apostrophe. Look at where it sits.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thudded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does each of these phrases tell you about who owns what?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 apostrophe before the s or after it? Is it the same in both?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do you think decides which side it goes on?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below has an apostrophe. Look at where it sits.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thudded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possessive noun shows that something belongs to someone. Add an apostrophe and s to a singular noun: the mouse’s tail. The apostrophe is what makes it possessive — without it, the word is just a plural.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 — the heart belongs to Despereaux.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 ears were bigger than his brother’s ears.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king’s soup and the princess’s spoon were gone.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Mig’s father traded her for a hen’s egg.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mouse’s tail brushed the rat’s whisker.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every possessive noun in each sentence — there is more than one. The sentence only finishes when you have found them all.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brother’s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king’s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princess’s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Mig’s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hen’s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mouse’s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rat’s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 I BEFORE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word ends in a consonant + y, change the y to i before most endings: carry → carried. Two exceptions: keep the y before -ing (carrying), and change nothing when a vowel comes before the y (played).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One word in each row swapped its y for an 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 I BEFORE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word ends in a consonant + y, change the y to i before most endings: carry → carried. Two exceptions: keep the y before -ing (carrying), and change nothing when a vowel comes before the y (played).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One word in each row swapped its y for an 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obeyed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10–11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were dark eyes, deep and sad and frightened. And looking into them, Despereaux’s heart thudded once, twice.”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Gregory lives in the dungeon just like the rats. How does he keep from getting lost? What does this tell us about surviving in darkness?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Roscuro listens to Gregory's stories. How does storytelling connect two very different characters?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your character's voice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