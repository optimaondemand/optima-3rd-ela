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9.2. Reading: Ch. 10–11.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watch for unexpected connections . This week, pay attention to the moments when two very different characters find something in common.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Gregory the jailer carried a candle with a long rope tied around his waist so he could find his way.
Look for: Did you catch the proper noun (Gregory, Roscuro), the comma, and capital letters at the start of each sentence?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Gregory the jailer carried a candle with a long rope tied around his waist so he could find his way.
Look for: Did you catch the proper noun (Gregory, Roscuro), the comma, and capital letters at the start of each sentence?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9.2  ·  Ch. 10–11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Council votes, and Despereaux's own father votes with them. If you were Lester, what would you have done? Why?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Council votes, and Despereaux's own father votes with them. If you were Lester, what would you have done? Why?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a period, question mark, or exclamation point?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10–11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and Gregory have in common?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watch for unexpected connections . This week, pay attention to the moments when two very different characters find something in common.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sat near the old man and listened to him tell stories in the dark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sat near the old man and listened to him tell stories in the dark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(Gregory, Roscuro), the comma, and capital letters at the start of each sentence?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word: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word: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·   staring   ·   named   ·   waved   ·   hopeful   ·   careful   ·   useless   ·   bravely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Kept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10–11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were dark eyes, deep and sad and frightened. And looking into them, Despereaux’s heart thudded once, twice.”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Gregory lives in the dungeon just like the rats. How does he keep from getting lost? What does this tell us about surviving in darkness?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listens to Gregory's stories. How does storytelling connect two very different characters?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your character's voice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