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8 Day 2. The Tale of Despereaux.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include what happened because of my choice?.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  Week 8 · Day 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 — Lesson 8.2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mice think something is wrong with Despereaux because he does not act like them. Write about a time someone told you the 'right' way to do something, but you wanted to do it your own way. What happened? Start with: 'Everyone said I should... but I wanted to...'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mice think something is wrong with Despereaux because he does not act like them. Write about a time someone told you the 'right' way to do something, but you wanted to do it your own way. What happened? Start with: 'Everyone said I should... but I wanted to...'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include what happened because of my choice?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details does the author use to show Despereaux is different?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his siblings react when he does not act like a normal mouse?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new thing does Despereaux discover in these chapters?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pay attention to how an author introduces a character. The very first details an author gives us — what a character looks like, what others say about them, and what they do — are clues about who they really are.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furlough told despereaux to scurry across the castle floor but despereaux just stood and stared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 the library merlot tried to teach despereaux to nibble paper and glue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furlough told despereaux to scurry across the castle floor but despereaux just stood and stared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 the library merlot tried to teach despereaux to nibble paper and glue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Furlough told Despereaux to scurry across the castle floor , but Despereaux just stood and stared 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His sister Merlot said , "Those are the biggest ears I&amp;rsquo;ve ever seen. "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(Furlough, Despereaux), the comma before "but," and capitalization "I&amp;rsquo;ve"?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The Suffix  -ing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shin ing  (the sun was shining)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star ing  (he was staring at the light)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sniff ing  (she was sniffing)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hold ing  (he was holding a handkerchief)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 from the Novel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obscenely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shockingly large or extreme; far beyond what is normal.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91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2843784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2898648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Common and Proper Nouns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mouse father named him Despereaux.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sister Merlot laughed at his ears.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a French mouse from the castle.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aunt Florence said he was too small.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Common and Proper Nouns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father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Merlot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laughed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aunt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Florence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  staring     named     waved     snapped     stopped     wrapped     nodding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Chapters 3 &amp;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his siblings react when he does not act like a normal mouse?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new thing does Despereaux discover in these chapters?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