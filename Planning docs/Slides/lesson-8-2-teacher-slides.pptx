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8.2. Reading: Chapters 3 &amp;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pay attention to how an author introduces a character. The very first details an author gives us — what a character looks like, what others say about them, and what they do — are clues about who they really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Furlough told Despereaux to scurry across the castle floor, but Despereaux just stood and stared.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Furlough told Despereaux to scurry across the castle floor, but Despereaux just stood and stared.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singular noun names one thing. A plural noun names more than one. Most plurals add -s or -es, but a few change their whole shape — one mouse becomes many mice.
brothers and sisters are plural; mouse is singular.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singular noun names one thing. A plural noun names more than one. Most plurals add -s or -es, but a few change their whole shape — one mouse becomes many mice.
brothers and sisters are plural; mouse is singular.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mice, brothers, songs, mouse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mice, brothers, songs, mouse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When a base word ends in a silent e and the ending starts with a vowel, drop the e: hope + -ing = hoping. If the ending starts with a consonant, keep it: hope + -ful = hopeful.
Answers: smiled, hoping, shining, braved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When a base word ends in a silent e and the ending starts with a vowel, drop the e: hope + -ing = hoping. If the ending starts with a consonant, keep it: hope + -ful = hopeful.
Answers: smiled, hoping, shining, braved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8.2  ·  Chapters 3 &amp; 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would rather read a book than eat it. Write about something you love that other people do not understand.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would rather read a book than eat it. Write about something you love that other people do not understand.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end each sentence with the right punctuation mark?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3 &amp; 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details does the author use to show Despereaux is different?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pay attention to how an author introduces a character. The very first details an author gives us — what a character looks like, what others say about them, and what they do — are clues about who they really are.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mice scurried along the castle wall, but Despereaux walked slowly and listened.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mice is the plural of mouse — an irregular plural that does not add -s. Despereaux is a name, so it is capitalized. A comma comes before but because it joins two complete sentences.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furlough told despereaux to scurry across the castle floor but despereaux just stood and stared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furlough told despereaux to scurry across the castle floor but despereaux just stood and stared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Furlough told Despereaux to scurry across the castle floor, but Despereaux just stood and stared.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-less means without.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hopeless = without hope · fearless = without fear · endless = without an end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Match the Word to Its Meaning! Tap a word, then tap what it means.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scurried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with quick, short, hurried steps.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disappointment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or thing that lets you down; not what you hoped for.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than the usual size.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handkerchief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square of cloth you carry to wipe your nose or eyes.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AND PLURAL 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endings of the nouns below.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cupped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3008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55264"/>
            <a:ext cx="84124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nouns mean one, and which mean more than one?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added to the word to make it mean more than one?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Is it added the same way every time? Look carefully — one of them is different.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AND PLURAL 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endings of the nouns below.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cupped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8412480" cy="1837944"/>
          </a:xfrm>
          <a:prstGeom prst="roundRect">
            <a:avLst>
              <a:gd name="adj" fmla="val 497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72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328416"/>
            <a:ext cx="80101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singular noun names one thing. A plural noun names more than one. Most plurals add -s or -es, but a few change their whole shape — one mouse becomes many mice.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 and sisters are plural; mouse is singular.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AND PLURAL 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mice of the castle feared the dungeon.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had two brothers and one sister.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played songs on his guitar.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mouse sat at the foot of the king.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Find the spotter word that is plural. Tap a word to check — green means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AND PLURAL 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castle feared the dungeon.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had two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one sister.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played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his guitar.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sat at the foot of the king.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FINAL E BEFORE VOWEL SUFFIX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base word ends in a silent e and the ending starts with a vowel, drop the e: hope + -ing = hoping. If the ending starts with a consonant, keep it: hope + -ful = hopeful.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Detective! One word in each row lost a silent e before the ending went 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91693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shouted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015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hoping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shouting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886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shining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4306824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3708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braved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FINAL E BEFORE VOWEL SUFFIX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base word ends in a silent e and the ending starts with a vowel, drop the e: hope + -ing = hoping. If the ending starts with a consonant, keep it: hope + -ful = hopeful.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Detective! One word in each row lost a silent e before the ending went 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91693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shouted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015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    ·    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hoping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shouting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8862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    ·    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shining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4306824"/>
            <a:ext cx="8412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3708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wished     ·   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yelled     ·    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48097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3 &amp; 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Despereaux sees stained-glass light and discovers words in a book. Why doesn’t he eat the book like Merlot wants?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Despereaux hears the king playing music and steps out of the wall. Why is this so dangerous for a mouse?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2026-10-19T11:55:30Z</dcterms:created>
  <dcterms:modified xsi:type="dcterms:W3CDTF">2026-10-19T11:55:30Z</dcterms:modified>
</cp:coreProperties>
</file>