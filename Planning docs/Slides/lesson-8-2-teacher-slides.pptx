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8.2. Reading: Chapters 3 &amp;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pay attention to how an author introduces a character. The very first details an author gives us — what a character looks like, what others say about them, and what they do — are clues about who they really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Furlough told Despereaux to scurry across the castle floor , but Despereaux just stood and stared .
Look for: Did you catch the proper nouns (Furlough, Despereaux), the comma before “but,” and capitalization “I’ve”?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Furlough told Despereaux to scurry across the castle floor , but Despereaux just stood and stared .
Look for: Did you catch the proper nouns (Furlough, Despereaux), the comma before “but,” and capitalization “I’ve”?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mice, brothers, songs, mouse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mice, brothers, songs, mouse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 the consonant: stopped, snapped, wrapped, nodding | Did not double: jumped, shouted, looked, wanted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 the consonant: stopped, snapped, wrapped, nodding | Did not double: jumped, shouted, looked, wanted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8.2  ·  Chapters 3 &amp; 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would rather read a book than eat it. Write about something you love that other people do not understand.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would rather read a book than eat it. Write about something you love that other people do not understand.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3 &amp; 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details does the author use to show Despereaux is different?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how an author introduces a character. The very first details an author gives us — what a character looks like, what others say about them, and what they do — are clues about who they really are.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furlough told despereaux to scurry across the castle floor but despereaux just stood and stared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 the library merlot tried to teach despereaux to nibble paper and glue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furlough told despereaux to scurry across the castle floor but despereaux just stood and stared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 the library merlot tried to teach despereaux to nibble paper and glue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Furlough told Despereaux to scurry across the castle floor , but Despereaux just stood and stared 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(Furlough, Despereaux), the comma before “but,” and capitalization “I’ve”?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-FUL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hopeful — base word: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fearful — base word: fear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careful — base word: care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wonderful — base word: wonder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scurried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with quick, short, hurried steps.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lets you down; not what you hoped for.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than the usual size.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handkerchief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square of cloth you carry to wipe your nose or eyes.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AND PLURAL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of the castle feared the dungeon.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had two brothers and one sister.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played songs on his guitar.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mouse sat at the foot of the king.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spotter word that is plural.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AND PLURAL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castle feared the dungeon.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had two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brothers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one sister.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played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his guitar.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sat at the foot of the king.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THE FINAL CONSONANT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   ·   snapped   ·   wrapped   ·   nodding   ·   jumped   ·   shouted   ·   looked   ·   wanted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Doubled the consonant  |  Did not double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THE FINAL CONSONANT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the consonant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double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3 &amp; 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Despereaux sees stained-glass light and discovers words in a book. Why doesn’t he eat the book like Merlot wants?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Despereaux hears the king playing music and steps out of the wall. Why is this so dangerous for a mouse?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2026-09-09T03:08:01Z</dcterms:created>
  <dcterms:modified xsi:type="dcterms:W3CDTF">2026-09-09T03:08:01Z</dcterms:modified>
</cp:coreProperties>
</file>