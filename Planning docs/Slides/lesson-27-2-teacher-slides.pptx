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27 Day 2. The Lion, the Witch and the Wardrobe.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what I was thinking, not just what I did?.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  Week 27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— Lesson 27.2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sneaks away to find the White Witch while the others sleep. Write about a time you made a choice you knew was wrong. What were you thinking in that moment?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sneaks away to find the White Witch while the others sleep. Write about a time you made a choice you knew was wrong. What were you thinking in that moment?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what I was thinking, not just what I did?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different character perspectives.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does Lewis show you what a character is thinking without telling you directly?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Edmund do at the end of Ch. 8? What does he tell himself to justify his decision?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Mrs Beaver table, sat ate.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crept out of the house while the others sleeped and he runned toward the witchs castle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crept out of the house while the others sleeped and he runned toward the witchs castle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Crept (irregular past of creep), slept (irregular past of sleep), ran (irregular past of run); comma before and; Witch's = possessive (apostrophe + s, capital W);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Root/base: form means shape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Identify: Does this word use form ?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or power to give orders and make decisions.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prophecy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statement that something will happen in the future.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betray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disloyal to someone who trusted you.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treachery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betraying someone's trust in a very serious way.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7–9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does Lewis show you what a character is thinking without telling you directly?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Edmund do at the end of Ch. 8? What does he tell himself to justify his decision?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27 · DRAFT Comparison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