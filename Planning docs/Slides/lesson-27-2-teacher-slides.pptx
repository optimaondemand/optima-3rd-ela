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27.2. Reading: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in a fantasy story slow down and pay attention to how the author builds the world . Details of setting, character, and pattern all work together to create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sentence in the lesson: When Mrs Beaver table, sat ate.
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Edmund crept out of the house while the others slept, and he ran toward the Witch's castle. 
Look for: Crept (irregular past of creep), slept (irregular past of sleep), ran (irregular past of run); comma before and; Witch's = possessive (apostrophe + s, capital W);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Edmund crept out of the house while the others slept, and he ran toward the Witch's castle. 
Look for: Crept (irregular past of creep), slept (irregular past of sleep), ran (irregular past of run); comma before and; Witch's = possessive (apostrophe + s, capital W);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Should be told — irregular past of tell., Went is already correct — irregular past of go., Should be sat — irregular past of sit., Came is already correct — irregular past of 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Should be told — irregular past of tell., Went is already correct — irregular past of go., Should be sat — irregular past of sit., Came is already correct — irregular past of 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🦁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Lion, the Witch and the Wardrobe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27.2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Loyalty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snow begins to melt. Write about the first sign of a season changing where you live.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snow begins to melt. Write about the first sign of a season changing where you live.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start each sentence with a capital letter?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1498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4300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different character perspectives.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11226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in a fantasy story slow down and pay attention to how the author builds the world . Details of setting, character, and pattern all work together to create meaning.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GRAMMAR POINTS IN THE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word — begins the dependent clause.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1051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abbreviation — capital M, period.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340864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43230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Beaver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noun used as title — capital B.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962656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05409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table,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 — separates dependent clause from main clause.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edmund crept out of the house while the others sleeped and he runned toward the witchs castle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edmund crept out of the house while the others sleeped and he runned toward the witchs castle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 Edmund crept out of the house while the others slept, and he ran toward the Witch's castle.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Crept (irregular past of creep), slept (irregular past of sleep), ran (irregular past of run); comma before and; Witch's = possessive (apostrophe + s, capital W); period ends.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ROOT/BASE: FORM MEANS SHAPE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Root/base: form means shape. Look at each word carefully.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&amp; MATCH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or power to give orders and make decisions.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prophecy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statement that something will happen in the future.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betray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disloyal to someone who trusted you.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treachery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 of betraying someone's trust in a very serious way.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 VERBS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Beaver telled them the whole story of Narnia.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Edmund went to the window and looked outside.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Lucy sitted close to Mrs Beaver by the fire.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came to a decision at last.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key word or pattern in each sentence. Think: what rule does it follow?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 VERBS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Beaver telled them the whole story of Narnia.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Edmund went to the window and looked outside.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Lucy sitted close to Mrs Beaver by the fire.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came to a decision at last.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chapters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2026-09-09T12:44:18Z</dcterms:created>
  <dcterms:modified xsi:type="dcterms:W3CDTF">2026-09-09T12:44:18Z</dcterms:modified>
</cp:coreProperties>
</file>