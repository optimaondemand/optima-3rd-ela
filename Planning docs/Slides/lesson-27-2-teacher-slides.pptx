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27.2. Reading: Reading: Ch. 7–9.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When Mrs Beaver table, sat ate.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crept out of the house while the others slept, and he ran toward the Witch's castle. 
Look for: Crept (irregular past of creep), slept (irregular past of sleep), ran (irregular past of run); comma before and; Witch's = possessive (apostrophe + s, capital W);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crept out of the house while the others slept, and he ran toward the Witch's castle. 
Look for: Crept (irregular past of creep), slept (irregular past of sleep), ran (irregular past of run); comma before and; Witch's = possessive (apostrophe + s, capital W);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Should be told — irregular past of tell., Went is already correct — irregular past of go., Should be sat — irregular past of sit., Came is already correct — irregular past of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Should be told — irregular past of tell., Went is already correct — irregular past of go., Should be sat — irregular past of sit., Came is already correct — irregular past of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27.2  ·  Reading: Ch. 7–9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 begins to melt. Write about the first sign of a season changing where you live.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 begins to melt. Write about the first sign of a season changing where you live.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abbreviation — capital M, period.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Beaver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used as title — capital B.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dependent clause from main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crept out of the house while the others sleeped and he runned toward the witchs castle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crept out of the house while the others sleeped and he runned toward the witchs castle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Edmund crept out of the house while the others slept, and he ran toward the Witch's castle.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Crept (irregular past of creep), slept (irregular past of sleep), ran (irregular past of run); comma before and; Witch's = possessive (apostrophe + s, capital W);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form means shape.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or power to give orders and make decisions.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that something will happen in the future.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disloyal to someone who trusted you.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treachery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betraying someone's trust in a very serious way.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 telled them the whole story of Narnia.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went to the window and looked outside.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sitted close to Mrs Beaver by the fire.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came to a decision at last.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 telled them the whole story of Narnia.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went to the window and looked outside.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sitted close to Mrs Beaver by the fire.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came to a decision at last.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different character perspectives.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does Lewis show you what a character is thinking without telling you directly?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Read the first limerick aloud. Which three lines rhyme? Which two?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