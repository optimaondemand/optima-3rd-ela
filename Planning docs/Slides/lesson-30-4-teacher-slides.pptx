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30.4.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The Lion, the Witch and the Wardrobe is courage sacrifice world.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Lion, the Witch and the Wardrobe was written by C.S. Lewis, and it is still read by millions of children around the world. 
Look for: Title: capitalize major words; C.S. = author's initials (capitals + periods after each initial);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Lion, the Witch and the Wardrobe was written by C.S. Lewis, and it is still read by millions of children around the world. 
Look for: Title: capitalize major words; C.S. = author's initials (capitals + periods after each initial);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30.4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which of the four children you would want as a friend, and what you would do together.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which of the four children you would want as a friend, and what you would do together.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that my whole piece makes sense from beginning to end?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ending reveals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— all major words capitalized.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Present-tense linking verb — appropriate when discussing a book.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noun — an important theme word.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theme word — lowercase, common noun.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 the witch and the wardrobe was written by c s lewis and it is still read by millions of children around the world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 the witch and the wardrobe was written by c s lewis and it is still read by millions of children around the world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Lion, the Witch and the Wardrobe was written by C.S. Lewis, and it is still read by millions of children around the world.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capitalize major words; C.S. = author's initials (capitals + periods after each initial); comma before and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BASES FROM THE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Whole-book assessment; revise literary response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