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30 Day 4.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speak directly to the character and mention something specific from the story?.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30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30.4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is over. Write a letter to one character in the book. Tell them what you thought about their choices and what you learned from their story.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is over. Write a letter to one character in the book. Tell them what you thought about their choices and what you learned from their story.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speak directly to the character and mention something specific from the story?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would you explain what The Lion, the Witch and the Wardrobe is really about to someone who has never read it?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best, most complete theme statement for the whole novel. Use at least one piece of evidence.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is courage sacrifice world.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 the witch and the wardrobe was written by c s lewis and it is still read by millions of children around the world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 the witch and the wardrobe was written by c s lewis and it is still read by millions of children around the world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capitalize major words; C.S. = author's initials (capitals + periods after each initial); comma before and joining two independent clauses;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Review roots and bases from the year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Explain: What does Review mean?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would you explain what The Lion, the Witch and the Wardrobe is really about to someone who has never read it?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best, most complete theme statement for the whole novel. Use at least one piece of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that is the very end of the adventure of the wardrobe. But if the Professor was right, it was only the beginning of the adventures of Narnia.”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But opening a new thought — ending as a beginning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ends the book by suggesting it is also a beginning. Do you believe him? What feeling does this leave you with — closure, or the sense that more is coming?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sentence announces an ending. Then  "But"  reverses it. Lewis could have said  "And this was also the beginning"  — but he didn't. Why start the new sentence with  "But" ? What does that word do to the reader's expectation?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30 · PUBLISHED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