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30.4. Reading: Reading: Ch. 16–17 + Synthesis.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The Lion, the Witch and the Wardrobe is courage sacrifice world.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Lion, the Witch and the Wardrobe was written by C.S. Lewis, and it is still read by millions of children around the world. 
Look for: Title: capitalize major words; C.S. = author's initials (capitals + periods after each initial);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Lion, the Witch and the Wardrobe was written by C.S. Lewis, and it is still read by millions of children around the world. 
Look for: Title: capitalize major words; C.S. = author's initials (capitals + periods after each initial);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30.4  ·  Reading: Ch. 16–17 + Synthesis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of the four children you would want as a friend, and what you would do together.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of the four children you would want as a friend, and what you would do together.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piece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— all major words capitalized.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linking verb — appropriate when discussing a book.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an important theme word.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theme word — lowercase, common noun.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Lion, the Witch and the Wardrobe was written by C.S. Lewis, and it is still read by millions of children around the world.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capitalize major words; C.S. = author's initials (capitals + periods after each initial);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how the ending reveals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would you explain what The Lion, the Witch and the Wardrobe is really about to someone who has never read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Copy the six lines into your journal. Label every place Teasdale uses metaphor, personification, or hyperbole. Some lines may have more than one.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Whole-book assessment; revise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