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29 Day 2.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describe the feeling of being alone with something hard?.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29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29.2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walks to the Stone Table alone at night. Write about a time you had to do something difficult and no one could help you. How did it feel to face it alone?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walks to the Stone Table alone at night. Write about a time you had to do something difficult and no one could help you. How did it feel to face it alone?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describe the feeling of being alone with something hard?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theme using details from across the story.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can you find evidence for a theme by looking at what happens to characters across the whole story?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at the Stone Table in Ch. 14? Describe the key events in order.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"Have gloat?" asked, Aslan all.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are you here" demanded the witch "this is my table"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are you here" demanded the witch "this is my table"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W for Why (first word of speech); question mark inside the quotation mark; Witch is a proper noun (capital W); period ends the first piece of dialogue; new opening quotation mark begins the second; capital T for This; period inside the final quotation mark.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Root/base: ject means throw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Identify: Does this word use ject ?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traitor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betrays the trust of their own side.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atone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up for a wrong you have done; to make amends.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sacrifice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up something precious for something more important.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resurrection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back to life after death.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13–15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can you find evidence for a theme by looking at what happens to characters across the whole story?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at the Stone Table in Ch. 14? Describe the key events in order.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29 · DRAFT Theme Response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