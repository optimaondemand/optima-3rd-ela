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29.2.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"Have gloat?" asked, Aslan all.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"Why are you here?" demanded the Witch. "This is my table." 
Look for: Capital W for Why (first word of speech); question mark inside the quotation mark; Witch is a proper noun (capital W); period ends the first piece of dialogue; new opening quotation mark begins the second; capital T for This; period inside the final quotation 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"Why are you here?" demanded the Witch. "This is my table." 
Look for: Capital W for Why (first word of speech); question mark inside the quotation mark; Witch is a proper noun (capital W); period ends the first piece of dialogue; new opening quotation mark begins the second; capital T for This; period inside the final quotation 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Aslan — capital A is needed for the proper noun inside speech., He — capital H needed as the first word of speech., But — capital B needed as the first word of speech., Already correct — capital T, exclamation inside quotation 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Aslan — capital A is needed for the proper noun inside speech., He — capital H needed as the first word of speech., But — capital B needed as the first word of speech., Already correct — capital T, exclamation inside quotation 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29.2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the bravest thing a character does in this book, and why you chose it.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the bravest thing a character does in this book, and why you chose it.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start each sentence with a capital letter?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theme using details from across the story.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"Have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quotation mark; capital H — first word of speech.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gloat?"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mark inside the closing quotation mark.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asked,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tag with a comma.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A.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"why are you here" demanded the witch "this is my table"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"why are you here" demanded the witch "this is my table"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"Why are you here?" demanded the Witch. "This is my table."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W for Why (first word of speech); question mark inside the quotation mark; Witch is a proper noun (capital W); period ends the first piece of dialogue; new opening quotation mark begins the second; capital T for This; period inside the final quotation mark.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ROOT/BASE: JECT MEANS THROW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Root/base: ject means throw. Look at each word carefully.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&amp; MATCH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traitor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who betrays the trust of their own side.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atone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up for a wrong you have done; to make amends.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sacrifice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up something precious for something more important.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resurrection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Coming back to life after death.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PUNCTUATION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"aslan is here," said Susan quietly.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 is not tame." peter replied.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"but he is good." added Lucy.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Stone Table has broken!" Lucy cried.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key word or pattern in each sentence. Think: what rule does it follow?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PUNCTUATION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"aslan is here," said Susan quietly.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 is not tame." peter replied.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"but he is good." added Lucy.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Stone Table has broken!" Lucy cried.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2026-09-08T13:30:01Z</dcterms:created>
  <dcterms:modified xsi:type="dcterms:W3CDTF">2026-09-08T13:30:01Z</dcterms:modified>
</cp:coreProperties>
</file>