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when an author presents an ideal vs. the reality. Today's article tells you what knights were SUPPOSED to be like — and then hints at what they were actually like. Watch for that contrast.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Lady Anne of Salisbury was honored a countess by Queen Victoria at Buckingham Palace. 
Look for: 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Lady Anne of Salisbury was honored a countess by Queen Victoria at Buckingham Palace. 
Look for: 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Knights, Chivalry, A, Heavy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Knights, Chivalry, A, Heavy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— divide between CC: armor, muster, pilgrim, verdict, combat, pattern, lancer, dungeon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— divide between CC: armor, muster, pilgrim, verdict, combat, pattern, lancer, dungeon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questions you still have about the Middle Ages.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questions you still have about the Middle Ages.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question with a question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an author presents an ideal vs. the reality. Today's article tells you what knights were SUPPOSED to be like — and then hints at what they were actually like. Watch for that contrast.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William of Bath was dubbed a knight by King Edward at Windsor Castle.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Lady Anne of Salisbury was honored a countess by Queen Victoria at Buckingham Palace.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subsoil — the layer of earth just below the surface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submit — to place oneself under someone's authority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subtitle — text placed under the main title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substitute — one who stands in under/instead of another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squire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2: IDENTIFY IN NONFICTION)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 trained for years before earning their title. They practiced swordsmanship, horsemanship, and hand-to-hand combat every day.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 was more of an ideal than a reality. Many knights in history were known for cruelty, not kindness.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tournament was both entertainment and training. Knights competed in jousting, swordfighting, and other contests before large audiences.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armor protected knights in battle but made them slow and exhausted. A full suit of plate armor could weigh sixty pounds.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2: IDENTIFY IN NONFICTION)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for years before earning their title. They practiced swordsmanship, horsemanship, and hand-to-hand combat every day.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more of an ideal than a reality. Many knights in history were known for cruelty, not kindness.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tournament was both entertainment and training. Knights competed in jousting, swordfighting, and other contests before large audiences.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armor protected knights in battle but made them slow and exhausted. A full suit of plate armor could weigh sixty pounds.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2: IDENTIFY)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 ·   muster   ·   pilgrim   ·   verdict   ·   combat   ·   pattern   ·   lancer   ·   dungeon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— divide between CC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— divide between CC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chivalry was 'more of an ideal than a reality.' What does this mean — and can you think of a modern example of an ideal that people don't always live up to?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describes the sequence: page → squire → knight. How long does the whole process take, based on the clues in the text?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