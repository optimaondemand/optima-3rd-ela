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24 Day 2.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each rule matters to me?.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24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24.2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knight must follow a code of honor. If you could write your own personal code — three rules you would always follow — what would they be? Explain each one.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knight must follow a code of honor. If you could write your own personal code — three rules you would always follow — what would they be? Explain each one.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each rule matters to me?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an author presents an ideal vs. the reality. Today's article tells you what knights were SUPPOSED to be like — and then hints at what they were actually like. Watch for that contrast.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William of Bath was dubbed a knight by King Edward at Windsor Castle.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sub-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the layer of earth just below the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place oneself under someone's authority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text placed under the main title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stitute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who stands in under/instead of another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Officially made a knight in a formal ceremony — from the tap of a sword on the shoulder.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squire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battle or contest where knights competed to show their skill.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medieval code of honorable behavior for knights.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man serving as a knight's personal assistant while training to become a knight.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2: Identify in nonfiction)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 trained for years before earning their title. They practiced swordsmanship, horsemanship, and hand-to-hand combat every 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 was more of an ideal than a reality. Many knights in history were known for cruelty, not kindness.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tournament was both entertainment and training. Knights competed in jousting, swordfighting, and other contests before large audiences.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armor protected knights in battle but made them slow and exhausted. A full suit of plate armor could weigh sixty pounds.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Main Idea and Details (Day 2: Identify in nonfiction)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swordsmanship,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horsemanship,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hand-to-hand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cruelty,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kindness.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jousting,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swordfighting,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exhausted.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pounds.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   muster     pilgrim     verdict     combat     pattern     lancer     dungeon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— divide between CC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VCCV Syllable Division (Day 2: Identify)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— divide between CC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24 · Draft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