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15.3. Reading: Reader's Theater.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reread key scenes to understand them more deeply.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said , “I am a mouse who loves a human princess and I am not afraid to say so.”
Look for: Did you catch the comma after "said," the quotation marks, capital letters inside the quotes, and the ending punctuation inside the quotes?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said , “I am a mouse who loves a human princess and I am not afraid to say so.”
Look for: Did you catch the comma after "said," the quotation marks, capital letters inside the quotes, and the ending punctuation inside the quotes?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it, She, mice, Despereaux's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it, She, mice, Despereaux's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Dropped the e: waved, named, shining | Doubled: wrapped, nodding, stopped | y → i: cried,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Dropped the e: waved, named, shining | Doubled: wrapped, nodding, stopped | y → i: cried, hurried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15.3  ·  Reader's Theater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 character and write three sentences in their voice, as if you were them.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 character and write three sentences in their voice, as if you were them.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put quotation marks around the words a person said?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Reader's Theater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notice on a second reading that you missed the first time?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reread key scenes to understand them more deeply.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said "i am a mouse who loves a human princess and i am not afraid to say so"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answered "i know and i am glad that you are here brave despereaux"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said "i am a mouse who loves a human princess and i am not afraid to say so"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answered "i know and i am glad that you are here brave despereaux"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said , “I am a mouse who loves a human princess and I am not afraid to say so.”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comma after "said," the quotation marks, capital letters inside the quotes, and the ending punctuation inside the quotes?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SUFFIX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hopeful — base word hope = full of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 — base word hope = without hope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hopelessness — base word hope = the state of being without hope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hopelessly — base word hope = in a hopeless way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dark prison room, usually underground.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part of a person — who they really are inside.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covering worn to protect the body in battle.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forgiven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longer blamed for something you did wrong.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NOUNS AND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pointed her finger at the rat.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gathered in the hall.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 brothers stepped back.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Name what kind of word you tapped, and how you knew.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NOUNS AND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high.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pointed her finger at the rat.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gathered in the hall.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brothers stepped back.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ENDINGS THAT CHANGE THE BASE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   ·   named   ·   shining   ·   wrapped   ·   nodding   ·   stopped   ·   cried   ·   hurried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Dropped the e  |  Doubled  |  y → i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ENDINGS THAT CHANGE THE BASE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Reader's Theater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the mouse looked on, Cook put her face into the steam rising from the pot and took a deep breath. She smiled a beatific smile, and the steam rose around her and caught the light of the candle and made a halo over her head.”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 you notice on a second reading that you missed the first time?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does knowing the ending change how you read the beginning?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Which scene would you read aloud to someone who had never heard the book?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your performance task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