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15 Day 3. The Tale of Despereaux.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ask a question that shows I understand what this character went through?.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🐭  Week 15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 — Lesson 15.3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have dinner with one character from The Tale of Despereaux, who would it be? What would you talk about? What question would you ask them?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have dinner with one character from The Tale of Despereaux, who would it be? What would you talk about? What question would you ask them?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ask a question that shows I understand what this character went through?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knowing the ending change how you read the beginning?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scene would you read aloud to someone who had never heard the book?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"i am a mouse who loves a human princess and i am not afraid to say so"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8470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"i know and i am glad that you are here brave despereaux"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743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said , "I am a mouse who loves a human princess and I am not afraid to say so."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291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answered , "I know, and I am glad that you are here, brave Despereaux."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 after "said," the quotation marks, capital letters inside the quotes, and the ending punctuation inside the quotes?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The Suffix  -ness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shin ing  (the sun was shining)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star ing  (he was staring at the light)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sniff ing  (she was sniffing)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hold ing  (he was holding a handkerchief)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 from the Novel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sadness when something does not turn out the way you hoped.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obscenely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shockingly large or extreme; far beyond what is normal.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Announced something in a loud, official, or important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seems silly or unbelievable; so much that it is hard to take seriously.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looked up at the 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she did not 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they lived in 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Pronouns: He, She, It, They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    staring     named     waved     snapped     stopped     wrapped     nodding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"au" vs. "aw"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8B6FC0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"aw"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 with "au"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Reading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knowing the ending change how you read the beginning?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scene would you read aloud to someone who had never heard the book?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0358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read the words out loud. And as he read, he felt them — the weight of them, the shape of them, the way they fit together like the pieces of a song.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 was ridiculously small.”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91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now read the whole story. Rereading this sentence, does “ridiculously small” feel like a put-down — or does it feel like affection? Has your feeling about Despereaux changed since the very first chapter?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35000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 reread , we notice things we missed. Read it again: “He was ridiculously small.” Is the narrator laughing  at  Despereaux or  with  him? How does the narrator’s tone here match the rest of the book?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96265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00837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character from the book and write your own sentence in DiCamillo’s narrator voice: affectionate, honest, and a little wry.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Writing Connection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