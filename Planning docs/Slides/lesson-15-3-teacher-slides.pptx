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15.3. Reading: Reader's Theater.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said , “I am a mouse who loves a human princess and I am not afraid to say so.”
Look for: Did you catch the comma after "said," the quotation marks, capital letters inside the quotes, and the ending punctuation inside the quotes?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said , “I am a mouse who loves a human princess and I am not afraid to say so.”
Look for: Did you catch the comma after "said," the quotation marks, capital letters inside the quotes, and the ending punctuation inside the quotes?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15.3  ·  Reader's Theater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character and write three sentences in their voice, as if you were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character and write three sentences in their voice, as if you were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Reader's Theater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, “I am a mouse who loves a human princess and I am not afraid to say so.”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 after "said," the quotation marks, capital letters inside the quotes, and the ending punctuation inside the quotes?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 hope = full of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 hope = without hope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hopelessness — base word hope = the state of being without hope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hopelessly — base word hope = in a hopeless way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   ·   named   ·   shining   ·   wrapped   ·   nodding   ·   stopped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Doubled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Reader's Theater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the mouse looked on, Cook put her face into the steam rising from the pot and took a deep breath. She smiled a beatific smile, and the steam rose around her and caught the light of the candle and made a halo over her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Choose a scene to perform. Which scene do you want to read? Why is it important?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Practice your scene. What emotion will you read into each character's lines?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your performance task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