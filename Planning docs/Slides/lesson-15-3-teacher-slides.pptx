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15.3. Reading: Reader's Theater.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reread key scenes to understand them more deeply.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said, “I am a mouse who loves a human princess and I am not afraid to say so.”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said, “I am a mouse who loves a human princess and I am not afraid to say so.”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Add -ly to an adjective and it becomes an adverb: quiet → quietly.
When the adjective ends in y, the y changes to i first: happy → happily. You met that spelling rule back in Week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Add -ly to an adjective and it becomes an adverb: quiet → quietly.
When the adjective ends in y, the y changes to i first: happy → happily. You met that spelling rule back in Week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bravely, softly, happily, quickly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bravely, softly, happily, quickly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vowel is followed by r, the r takes over and the vowel says neither its short nor its long sound: ar (car), or (corn), and er, ir, ur, which all say the same thing. That is an r-controlled syllable.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15.3  ·  Reader's Theater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character and write three sentences in their voice, as if you were them.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character and write three sentences in their voice, as if you were them.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Reader's Theater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on a second reading that you missed the first time?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reread key scenes to understand them more deeply.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said, “I will not be afraid of the dark anymore.”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comes after the tag The mouse said, quotation marks wrap the exact words, the quotation starts with a capital letter, and the period goes inside the closing quotation mark.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said "i am a mouse who loves a human princess and i am not afraid to say so"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said "i am a mouse who loves a human princess and i am not afraid to say so"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said, “I am a mouse who loves a human princess and I am not afraid to say so.”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teach + er →teacher — one who teaches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loud + er →louder — more loud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hunt + er →hunter — one who hunts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bake + er →baker — one who bakes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covering worn to protect the body in battle.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word, two jobs. Read both aloud before you go 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84124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one describes the mouse? Which one describes the creeping?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got added to turn one into the other?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Try it with brave. Then try it with happy — something extra happens to that one.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word, two jobs. Read both aloud before you go 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2587752"/>
          </a:xfrm>
          <a:prstGeom prst="roundRect">
            <a:avLst>
              <a:gd name="adj" fmla="val 353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80101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-ly to an adjective and it becomes an adverb: quiet → quietly.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adjective ends in y, the y changes to i first: happy → happily. You met that spelling rule back in Week 10.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brave. He faced the rats ______. (from brave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is soft. It fell ______. (from soft 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is happy. She hummed ______. (from happy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is quick. He turned ______. (from quick 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Turn each adjective into the adverb that finishes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brave. He faced the rats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bravely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brave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is soft. It fell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softly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soft 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is happy. She hummed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happily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happy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is quick. He turned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(from quick 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vowel is followed by r, the r takes over and the vowel says neither its short nor its long sound: ar (car), or (corn), and er, ir, ur, which all say the same thing. That is an r-controlled syllable.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Ladder! Every rung is r-controlled — listen to the r keep hold of the vowel the whole way up. Read the change, say the new word in your head, then tap the rung to check.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Reader's Theater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the mouse looked on, Cook put her face into the steam rising from the pot and took a deep breath. She smiled a beatific smile, and the steam rose around her and caught the light of the candle and made a halo over her head.”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Choose a scene to perform. Which scene do you want to read? Why is it important?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Practice your scene. What emotion will you read into each character's lines?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performance task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