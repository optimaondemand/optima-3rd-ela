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8.4. Reading: Ch. 1–7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look back at what they have read and think about the big picture . Today we review all of Chapters 1–7. Think about how the author built Despereaux’s character — what a character looks like, what others say about them, and what they do — piece by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Lester said he will call a meeting of the Mouse Council to decide what to do about Despereaux.
Look for: Did you catch the proper nouns (Lester, Mouse Council, Despereaux, Antoinette), quotation marks, and the comma before the quote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Lester said he will call a meeting of the Mouse Council to decide what to do about Despereaux.
Look for: Did you catch the proper nouns (Lester, Mouse Council, Despereaux, Antoinette), quotation marks, and the comma before the quote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mouse, songs, brothers,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mouse, songs, brothers,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Did not double: wanted, looked, shouted, jumped | Doubled the consonant: nodding, wrapped, snapped, stopped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Did not double: wanted, looked, shouted, jumped | Doubled the consonant: nodding, wrapped, snapped, stopped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8.4  ·  Ch. 1–7 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breaks the rules of being a mouse. Write about a rule you think is worth breaking, and why.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breaks the rules of being a mouse. Write about a rule you think is worth breaking, and why.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1–7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most important things we learned in Chapters 1–7?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back at what they have read and think about the big picture . Today we review all of Chapters 1–7. Think about how the author built Despereaux’s character — what a character looks like, what others say about them, and what they do — piece by piece.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lester said he will call a meeting of the mouse council to decide what to do about despereaux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antoinette said you and this council of the mouse is a waste of time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lester said he will call a meeting of the mouse council to decide what to do about despereaux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antoinette said you and this council of the mouse is a waste of time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Lester said he will call a meeting of the Mouse Council to decide what to do about Despereaux.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(Lester, Mouse Council, Despereaux, Antoinette), quotation marks, and the comma before the quote “I’ve”?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-FUL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hopeful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fearful — base word: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careful — base word: care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wonderful — base word: wonder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scurried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with quick, short, hurried steps.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lets you down; not what you hoped for.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than the usual size.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handkerchief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square of cloth you carry to wipe your nose or eyes.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mouse sat at the foot of the king.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songs on his guitar.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brothers and one sister.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of the castle feared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spotter word that is plural.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sat at the foot of the king.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his guitar.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one sister.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castle feared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   ·   looked   ·   shouted   ·   jumped   ·   nodding   ·   wrapped   ·   snapped   ·   stopped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Did not double  |  Doubled the consonant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double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the consonant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1–7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Think about how different characters reacted to Despereaux. Which reaction surprised you the most? Why?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Despereaux loves light, music, and stories instead of crumbs. Is being different a strength or a weakness for him? Explain.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2026-09-09T03:08:01Z</dcterms:created>
  <dcterms:modified xsi:type="dcterms:W3CDTF">2026-09-09T03:08:01Z</dcterms:modified>
</cp:coreProperties>
</file>