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8.4. Reading: Ch. 1–7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back at what they have read and think about the big picture. Today we review all of Chapters 1–7. Think about how the author built Despereaux’s character — what a character looks like, what others say about them, and what they do — piece by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Lester said he will call a meeting of the Mouse Council to decide what to do about Despereaux.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Lester said he will call a meeting of the Mouse Council to decide what to do about Despereaux.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singular noun names one thing. A plural noun names more than one. Most plurals add -s or -es, but a few change their whole shape — one mouse becomes many mice.
brothers and sisters are plural; mouse is singular.
palm is singular; ears is plural.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singular noun names one thing. A plural noun names more than one. Most plurals add -s or -es, but a few change their whole shape — one mouse becomes many mice.
brothers and sisters are plural; mouse is singular.
palm is singular; ears is plural.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mouses, brother., songes., foots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mouses, brother., songes., foots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base word ends in a silent e and the ending starts with a vowel, drop the e: hope + -ing = hoping. If the ending starts with a consonant, keep it: hope + -ful = hopeful.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8.4  ·  Ch. 1–7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breaks the rules of being a mouse. Write about a rule you think is worth breaking, and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breaks the rules of being a mouse. Write about a rule you think is worth breaking, and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1–7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important things we learned in Chapters 1–7?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back at what they have read and think about the big picture. Today we review all of Chapters 1–7. Think about how the author built Despereaux’s character — what a character looks like, what others say about them, and what they do — piece by piece.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Council sent Furlough to gather the threads from the dungeon below.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Council is the name of a group, so both words are capitalized. Furlough is a name. Threads is a plural noun and adds -s.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lester said he will call a meeting of the mouse council to decide what to do about despereaux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lester said he will call a meeting of the mouse council to decide what to do about despereaux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Lester said he will call a meeting of the Mouse Council to decide what to do about Despereaux.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-less means without.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hopeless = without hope · fearless = without fear · endless = without an 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Dice Roll Challenge! Roll a word, then say out loud what it means and how the word part changed it. Tap to check yourself.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scurried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with quick, short, hurried steps.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thing that lets you down; not what you hoped for.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the usual size.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handkerchief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square of cloth you carry to wipe your nose or eyes.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endings of the nouns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nouns mean one, and which mean more than one?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added to the word to make it mean more than one?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it added the same way every time? Look carefully — one of them is different.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endings of the nouns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singular noun names one thing. A plural noun names more than one. Most plurals add -s or -es, but a few change their whole shape — one mouse becomes many mice.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 and sisters are plural; mouse is singular.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is singular; ears is plural.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mouses feared the dungeon.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had two brother.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played two songes.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mouse sat at the foots of the king.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Each sentence has one noun with the wrong ending for how many it means. Tap it.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feared the dungeon.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had two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played two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mouse sat at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king.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mouses → mice. brother → brothers. songes → songs. foots → foot.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and foot change their middles instead of taking an ending.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FINAL E BEFORE VOWEL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base word ends in a silent e and the ending starts with a vowel, drop the e: hope + -ing = hoping. If the ending starts with a consonant, keep it: hope + -ful = hopeful.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or Drop It Dice! Roll a word, say it out loud, decide — then tap to check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1–7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 about how different characters reacted to Despereaux. Which reaction surprised you the most? Why?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Despereaux loves light, music, and stories instead of crumbs. Is being different a strength or a weakness for him? Explain.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