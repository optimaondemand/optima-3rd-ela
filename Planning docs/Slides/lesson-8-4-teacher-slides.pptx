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8 Day 4.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give an example to support my idea?.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8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8.4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Despereaux falls in love with Princess Pea the moment he sees her. What do you think makes someone admire another person so quickly? Is it how they look? How they act? Something else? Start with: 'I think people admire others quickly when...'</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Despereaux falls in love with Princess Pea the moment he sees her. What do you think makes someone admire another person so quickly? Is it how they look? How they act? Something else? Start with: 'I think people admire others quickly when...'</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give an example to support my idea?</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are the most important things we learned in Chapters 1–7?</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did different characters each see Despereaux differently?</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problem is building?</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look back at what they have read and think about the big picture . Today we review all of Chapters 1–7. Think about how the author built Despereaux’s character — what a character looks like, what others say about them, and what they do — piece by piece.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lester said he will call a meeting of the mouse council to decide what to do about despereaux</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antoinette said you and this council of the mouse is a waste of time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lester said he will call a meeting of the mouse council to decide what to do about despereaux</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antoinette said you and this council of the mouse is a waste of time</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Lester said he will call a meeting of the Mouse Council to decide what to do about Despereaux.</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His sister Merlot said , "Those are the biggest ears I&amp;rsquo;ve ever seen. "</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proper nouns (Lester, Mouse Council, Despereaux, Antoinette), quotation marks, and the comma before the quote "I&amp;rsquo;ve"?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-ing</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Common and Proper Nouns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mouse father named him Despereaux.</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His sister Merlot laughed at his ears.</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She was a French mouse from the castle.</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His aunt Florence said he was too small.</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Common and Proper Nouns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mouse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father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named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him</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Despereaux.</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His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sister</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Merlot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laughed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ears.</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French</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mouse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from</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castle.</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His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aunt</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Florence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said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too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small.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1–7 Review</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did different characters each see Despereaux differently?</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problem is building?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“Reader, I must tell you that Despereaux was a very small mouse. He was smaller than his brothers and sisters.”</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narrator direct address + short follow-up</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author calls you "Reader" and then tells you something about Despereaux. How does being addressed directly change how you read? Does it make you more curious? More trusting?</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author writes  "Reader, I must tell you..."  — she speaks directly to us. Then she follows it with a very short second sentence. Why give the detail in a separate sentence instead of just saying  "Despereaux was smaller than his brothers and sisters" ?</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