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14.3. Reading: Ch. 50–52.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notice how characters change from beginning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kingdom had soup , light , and stories again , and the people were filled with hope and warmth.
Look for: Did you catch the commas in both series and the proper noun (Despereaux)?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kingdom had soup , light , and stories again , and the people were filled with hope and warmth.
Look for: Did you catch the commas in both series and the proper noun (Despereaux)?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Garlic,, crown,, rats,, soup,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Garlic,, crown,, rats,, soup,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+ one ending: disagree, quickly, hopeful, darkness | Base + two endings: impatiently, fearlessly, thoughtfulness, hopelessness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+ one ending: disagree, quickly, hopeful, darkness | Base + two endings: impatiently, fearlessly, thoughtfulness, hopelessness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14.3  ·  Ch. 50–52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holds the needle to Roscuro's heart and then lowers his head. Why do you think he does not use it? Write what you believe.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holds the needle to Roscuro's heart and then lowers his head. Why do you think he does not use it? Write what you believe.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commas between the items in a list?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50–52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has Despereaux changed since Chapter 1?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how characters change from beginning to end.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kingdom had soup and light and stories again and the people were filled with hope and warmth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despereaux was honored praised and celebrated by the mice who had once called him a disappointment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kingdom had soup and light and stories again and the people were filled with hope and warmth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despereaux was honored praised and celebrated by the mice who had once called him a disappointment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kingdom had soup , light , and stories again , and the people were filled with hope and warmth.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commas in both series and the proper noun (Despereaux)?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 / IM-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impossible — base word possible = not possible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incorrect — base word correct = not correct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impatient — base word patient = not patient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invisible — base word visible = not able to be seen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each other; joined rather than apart.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trembled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Shook a little, usually from fear or cold.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tears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of water that come from your eyes when you cry.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happily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happy way; with joy.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IN A SERIES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Garlic, chicken, and watercress went into the pot.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wanted a crown, a gown, and a name.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rats, the mice, and the people all feared the dark.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brought soup, bread, and a candle.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a comma that is separating items in a list.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IN A SERIES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chicken, and watercress went into the pot.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wanted a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crown,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gown, and a name.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mice, and the people all feared the dark.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brought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soup,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bread, and a candle.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WORDS WITH FAMILIAR SUFFIXES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   ·   quickly   ·   hopeful   ·   darkness   ·   impatiently   ·   fearlessly   ·   thoughtfulness   ·   hopelessness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Base + one ending  |  Base + two endings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WORDS WITH FAMILIAR SUFFIXES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+ one ending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quickly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hopeful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+ two endings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impatiently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fearlessly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thoughtfulness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hopelessness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50–52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“And then the princess took a deep breath and put a hand on her heart. I think, reader, that she was feeling the same thing that Despereaux had felt when he was faced with his father begging him for forgiveness.”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are the last images the author gives us for each character? Why do you think she chose these particular images to end with?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feeling are you left with at the end of Chapter 52? How did the author create that feeling?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 and prepare to publish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