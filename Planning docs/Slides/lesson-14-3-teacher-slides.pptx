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14.3. Reading: Ch. 50–52.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how characters change from beginning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kingdom had soup , light , and stories again , and the people were filled with hope and warmth.
Look for: Did you catch the commas in both series and the proper noun (Despereaux)?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kingdom had soup , light , and stories again , and the people were filled with hope and warmth.
Look for: Did you catch the commas in both series and the proper noun (Despereaux)?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crown,, rats,, soup,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crown,, rats,, soup,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one ending: disagree, quickly, hopeful, darkness | Base + two endings: impatiently, fearlessly, thoughtfulness, hopelessness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one ending: disagree, quickly, hopeful, darkness | Base + two endings: impatiently, fearlessly, thoughtfulness, hopelessness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14.3  ·  Ch. 50–52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holds the needle to Roscuro's heart and then lowers his head. Why do you think he does not use it? Write what you believe.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holds the needle to Roscuro's heart and then lowers his head. Why do you think he does not use it? Write what you believe.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commas between the items in a list?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50–52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Despereaux changed since Chapter 1?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change from beginning to end.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kingdom had soup and light and stories again and the people were filled with hope and warmth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was honored praised and celebrated by the mice who had once called him a disappointment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kingdom had soup and light and stories again and the people were filled with hope and warmth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was honored praised and celebrated by the mice who had once called him a disappointment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kingdom had soup , light , and stories again , and the people were filled with hope and warmth.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commas in both series and the proper noun (Despereaux)?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 / IM-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 possible = not possible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incorrect — base word correct = not correct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impatient — base word patient = not patient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invisible — base word visible = not able to be seen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each other; joined rather than apart.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trembled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Shook a little, usually from fear or cold.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of water that come from your eyes when you cry.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crown, a gown, and a name.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rats, the mice, and the people all feared the dark.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a comma that is separating items in a list.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gown, and a name.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mice, and the people all feared the dark.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   ·   quickly   ·   hopeful   ·   darkness   ·   impatiently   ·   fearlessly   ·   thoughtfulness   ·   hopelessness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Base + one ending  |  Base + two endings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one ending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two endings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impatiently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thoughtfulness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50–52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then the princess took a deep breath and put a hand on her heart. I think, reader, that she was feeling the same thing that Despereaux had felt when he was faced with his father begging him for forgiveness.”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has Despereaux changed since Chapter 1?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has Roscuro changed — for better or worse?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did Mig understand at the end that she did not at the start?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and prepare to publish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