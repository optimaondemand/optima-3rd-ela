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14 Day 3.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what forgiveness felt like, not just what happened?.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14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14.3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end, Roscuro is not punished — he is forgiven. Do you think forgiveness is easy or hard? Write about a time you forgave someone or someone forgave you. What happened? Start with: 'Forgiveness is... because...'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end, Roscuro is not punished — he is forgiven. Do you think forgiveness is easy or hard? Write about a time you forgave someone or someone forgave you. What happened? Start with: 'Forgiveness is... because...'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what forgiveness felt like, not just what happened?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Despereaux changed since Chapter 1?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Roscuro changed — for better or worse?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Mig understand at the end that she did not at the start?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how characters change from beginning to end.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kingdom had soup and light and stories again and the people were filled with hope and warmth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was honored praised and celebrated by the mice who had once called him a disappointment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kingdom had soup and light and stories again and the people were filled with hope and warmth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was honored praised and celebrated by the mice who had once called him a disappointment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kingdom had soup , light , and stories again , and the people were filled with hope and warmth.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 was honored, praised, and celebrated by the mice who had once called him a disappointment.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commas in both series and the proper noun (Despereaux)?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50–52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Roscuro changed — for better or worse?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Mig understand at the end that she did not at the start?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 was made. Candles were lit. Stories were told. And the kingdom, which had been so full of darkness, was full of light.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 was an unlikely hero, it must be admitted.”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691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near the end of the story. What makes Despereaux an “unlikely” hero? What has he done that a typical storybook hero wouldn't?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30428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3500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ends the sentence with  “it must be admitted”  — as if she's being honest with us, almost apologetically. Try reading without it: “He was an unlikely hero.” What does that added phrase do to the narrator’s voice?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96265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300837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describing someone honestly, with a small aside tucked at the end.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