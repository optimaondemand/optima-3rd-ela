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4 Day 1. Extension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pick the most exciting details to include, since I only had a little space?.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6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Week 4 · Day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C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Week — Lesson 4.1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you are Stanley and you are writing a postcard to a friend from your favorite adventure. Pick one of Stanley's adventures and write the postcard. Remember — postcards are short! You only have a few sentences to make it exciting.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you are Stanley and you are writing a postcard to a friend from your favorite adventure. Pick one of Stanley's adventures and write the postcard. Remember — postcards are short! You only have a few sentences to make it exciting.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pick the most exciting details to include, since I only had a little space?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how Stanley traveled by mail. What is the same and different between Stanley’s trip and how real mail travels?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1965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2860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preview a book before reading. They look at the cover, chapter titles, and pictures to make predictions.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Jeffrey had lettered it “Valuable” and “Fragile” and “This End Up” on both sides.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had to put many stamps on the envelope to pay for airmail and insurance to california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had to put many stamps on the envelope to pay for airmail and insurance to california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had to put many stamps on the envelope to pay for airmail and insurance to California.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Prefix pre- means before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pretest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pre- + test =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preschool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pre- + school =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preheat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pre- + heat =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pre- + pay =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airmail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sent by airplane so it arrives faster.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way to protect something in case it gets lost or broken.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Costing a lot of money.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postcard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you mail to someone, usually with a picture on one side.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Vowel teams ai/ay and oa/ow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    train     paid     play     stay     away     boat     road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Vowel teams ai/ay and oa/ow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CB8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CB85C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356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had to put a great many stamps on the envelope to pay for both airmail and insurance, but it was still much less expensive than a train or airplane ticket to California.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