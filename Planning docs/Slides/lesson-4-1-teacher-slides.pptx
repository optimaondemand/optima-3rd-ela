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4.1. Reading: Extension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compare a story with related informational text . When you read a made-up story and a real article about the same topic, you can find what is the same and what is different.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
Look for: They had to put many stamps on the envelope to pay for airmail and insurance to California.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
Look for: They had to put many stamps on the envelope to pay for airmail and insurance to California.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California, Every, Stanley, The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California, Every, Stanley, The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ai: mail, train, paid | ay: play, stay, away | oa: boat, road, coat | ow: grow, show, slow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ai: mail, train, paid | ay: play, stay, away | oa: boat, road, coat | ow: grow, show, slow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Writer’s Workshop stage for the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⭐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Stanley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4.1  ·  Extension Text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Courage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short letter to someone you miss. Tell them one thing that happened this week.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short letter to someone you miss. Tell them one thing that happened this week.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put a comma between the city and the state?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1498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Text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4650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745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you’ll read about how real mail travels. What do you think will be the same and different between Stanley’s trip and how real mail is sent?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84378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compare a story with related informational text . When you read a made-up story and a real article about the same topic, you can find what is the same and what is different.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THESE SENTENCES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 Jeffrey had lettered it “Valuable” and “Fragile” and “This End Up” on both sides.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00253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had to put many stamps on the envelope to pay for airmail and insurance to california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both sentences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THESE SENTENCES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 Jeffrey had lettered it “Valuable” and “Fragile” and “This End Up” on both sides.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00253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had to put many stamps on the envelope to pay for airmail and insurance to california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6928" y="3767328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had to put many stamps on the envelope to pay for airmail and insurance to California.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PRE- MEANS BEFORE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pre- + test =pretest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110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pre- + school =preschool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487168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06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pre- + heat =preheat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3182112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3009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pre- + pay =prepay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WORDS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airmail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 sent by airplane so it arrives faster.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way to protect something in case it gets lost or broken.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Costing a lot of money.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envelope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paper cover for sending mail — here, big enough to mail Stanley.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NOUNS AND CAPITALIZATION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letter went to California by airmail.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boy in the family helped.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Stanley folded himself up carefully.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museum in the city was famous.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turn. Tap the proper noun — the one that names a specific person or place and begins with a capital letter. Tap to check — green means you got it.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NOUNS AND CAPITALIZATION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letter went to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by airmail.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boy in the family helped.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Stanley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folded himself up carefully.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museum in the city was famous.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Answers revealed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VOWEL TEAMS AI/AY AND OA/OW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0E1C4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81328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   ·   train   ·   paid   ·   play   ·   stay   ·   away   ·   boat   ·   road   ·   coat   ·   grow   ·   show   ·   slow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column does each word belong in?  Columns: ai  |  ay  |  oa  |  ow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VOWEL TEAMS AI/AY AND OA/OW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3385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591056"/>
            <a:ext cx="2011680" cy="21031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700784"/>
            <a:ext cx="182880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514600" y="1078992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113385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14600" y="1591056"/>
            <a:ext cx="2011680" cy="21031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06040" y="1700784"/>
            <a:ext cx="182880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17720" y="1078992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113385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17720" y="1591056"/>
            <a:ext cx="2011680" cy="21031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09160" y="1700784"/>
            <a:ext cx="182880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720840" y="1078992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0" y="113385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720840" y="1591056"/>
            <a:ext cx="2011680" cy="21031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12280" y="1700784"/>
            <a:ext cx="182880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Text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COPYWORK — FROM THE NOVEL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1143000"/>
          </a:xfrm>
          <a:prstGeom prst="roundRect">
            <a:avLst>
              <a:gd name="adj" fmla="val 8000"/>
            </a:avLst>
          </a:prstGeom>
          <a:solidFill>
            <a:srgbClr val="F0E8FF"/>
          </a:solidFill>
          <a:ln w="19050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47088"/>
            <a:ext cx="79552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“They had to put a great many stamps on the envelope to pay for both airmail and insurance, but it was still much less expensive than a train or airplane ticket to California.”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0175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3273552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Today you’ll read about how real mail travels. What do you think will be the same and different between Stanley’s trip and how real mail is sent?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Think about how Stanley traveled by mail. What is the same and different between Stanley’s trip and how real mail travels?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🪶  Writer’s Workshop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WEEK’S STAGE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Reread and improve your personal narrative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2026-09-07T02:56:15Z</dcterms:created>
  <dcterms:modified xsi:type="dcterms:W3CDTF">2026-09-07T02:56:15Z</dcterms:modified>
</cp:coreProperties>
</file>