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23 Day 3.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details that help the reader picture the castle?.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23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23.3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reporter visiting a medieval castle for the first time. Write a short news report about what you see. Start with: "I am standing inside the walls of..."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reporter visiting a medieval castle for the first time. Write a short news report about what you see. Start with: "I am standing inside the walls of..."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details that help the reader picture the castle?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use context clues to figure out unfamiliar words. Today's article has some challenging vocabulary. When you hit a word you don't know, look at the sentences around it for clues.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Duke Richard of York bowed before Queen Margaret at the court of Westminster.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lord henry of cornwall knelt before king james at the palace of windsor.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lord henry of cornwall knelt before king james at the palace of windsor.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 on Lord (title); capital H on Henry (proper name); capital C on Cornwall (place); capital K on King (title); capital J on James (proper name); capital P, W on Palace of Windsor (proper place name);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 struct (Day 3: Use)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something built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of high social class or birth, below royalty.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Polite, respectful, and well-mannered — especially to others.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rules for behavior in formal or important situations.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courteous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person's position or level in a system of power or importance.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Capitalization: Historical Eras and Institutions (Day 3: Apply)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of Westminster was the center of English royal power.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Majesty, Duke Henry of Lancaster requests an audience.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Knights of the Round Table are famous throughout the Middle Ages.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Crusades, King Richard I of England led an army to Jerusalem.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Capitalization: Historical Eras and Institutions (Day 3: Apply)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Westminster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Majesty,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Duke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Lancaster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throughout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Crusades,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 (Day 3: Apply in reading)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     riddle     settle     handle     whistle     marble     title     people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(divide before the C+le)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 (Day 3: Apply in reading)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(divide before the C+le)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riddle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23 · Choose &amp;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