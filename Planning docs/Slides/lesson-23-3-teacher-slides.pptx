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23.3.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use context clues to figure out unfamiliar words. Today's article has some challenging vocabulary. When you hit a word you don't know, look at the sentences around it for clues.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Lord Henry of Cornwall knelt before King James at the Palace of Windsor. 
Look for: Capital L on Lord (title); capital H on Henry (proper name); capital C on Cornwall (place); capital K on King (title); capital J on James (proper name); capital P, W on Palace of Windsor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Lord Henry of Cornwall knelt before King James at the Palace of Windsor. 
Look for: Capital L on Lord (title); capital H on Henry (proper name); capital C on Cornwall (place); capital K on King (title); capital J on James (proper name); capital P, W on Palace of Windsor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of, Your, Knights, Crusades,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of, Your, Knights, Crusades,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(divide before the C+le): noble, riddle, settle, handle, whistle, marble, title | Other pattern: people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(divide before the C+le): noble, riddle, settle, handle, whistle, marble, title | Other pattern: people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23.3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job people did long ago that nobody does 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job people did long ago that nobody does 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use context clues to figure out unfamiliar words. Today's article has some challenging vocabulary. When you hit a word you don't know, look at the sentences around it for clues.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 Richard of York bowed before Queen Margaret at the court of Westminster.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 henry of cornwall knelt before king james at the palace of windsor.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 henry of cornwall knelt before king james at the palace of windsor.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Lord Henry of Cornwall knelt before King James at the Palace of Windsor.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 on Lord (title); capital H on Henry (proper name); capital C on Cornwall (place); capital K on King (title); capital J on James (proper name); capital P, W on Palace of Windsor (proper place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STRUCT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construct — to build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destruct — 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structure — something built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instruct — 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courteous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CAPITALIZATION: HISTORICAL ERAS AND INSTITUTIONS (DAY 3: APPLY)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 was the center of English royal power.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Majesty, Duke Henry of Lancaster requests an audience.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Knights of the Round Table are famous throughout the Middle Ages.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Crusades, King Richard I of England led an army to Jerusalem.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CAPITALIZATION: HISTORICAL ERAS AND INSTITUTIONS (DAY 3: APPLY)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center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English royal power.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Majesty, Duke Henry of Lancaster requests an audience.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Round Table are famous throughout the Middle Ages.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Crusades,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King Richard I of England led an army to Jerusalem.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3: APPLY IN READING)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   ·   riddle   ·   settle   ·   handle   ·   whistle   ·   marble   ·   title   ·   people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Consonant-le (divide before the C+le)  |  Other pattern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3: APPLY IN READING)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(divide before the C+le)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that in a royal court, your rank determined where you sat. Why would this matter so much to people in the Middle Ages?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breaking court protocol could get you into 'serious trouble.' Based on what you know from The Whipping Boy, what kind of trouble might that be?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