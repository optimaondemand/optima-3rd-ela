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8.1. Reading: Chapters 1 &amp;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pay attention to how an author introduces a character. The very first details an author gives us — what a character looks like, what others say about them, and what they do — are clues about who they really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was the last mouse born to his parents, Antoinette and Lester.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was the last mouse born to his parents, Antoinette and Lester.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singular noun names one thing. A plural noun names more than one. Most plurals add -s or -es, but a few change their whole shape — one mouse becomes many mice.
brothers and sisters are plural; mouse is singular.
palm is singular; ears is plural.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singular noun names one thing. A plural noun names more than one. Most plurals add -s or -es, but a few change their whole shape — one mouse becomes many mice.
brothers and sisters are plural; mouse is singular.
palm is singular; ears is plural.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One: mouse, brother, song, foot | More than one: mice, brothers, songs, feet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One: mouse, brother, song, foot | More than one: mice, brothers, songs, feet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Dropped the e: shining, staring, named, waved | Kept the e: hopeful, careful, useless, bravely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Dropped the e: shining, staring, named, waved | Kept the e: hopeful, careful, useless, bravely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8.1  ·  Chapters 1 &amp;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born small, with his eyes open, and his family is disappointed in him. Write about a time you felt you were not what someone expected.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born small, with his eyes open, and his family is disappointed in him. Write about a time you felt you were not what someone expected.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 &amp;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details does the author give us about Despereaux first?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how an author introduces a character. The very first details an author gives us — what a character looks like, what others say about them, and what they do — are clues about who they really are.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mouse had two parents, Antoinette and Lester, who lived in the castle walls.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Antoinette and Lester are names, so both are capitalized. A comma comes before the names that rename parents. Parents and walls are plural nouns — each just adds -s.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was the last mouse born to his parents antoinette and lester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was the last mouse born to his parents antoinette and lester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was the last mouse born to his parents, Antoinette and Lester.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hopeless — base word: hope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fearless — base word: fear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endless — base word: end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useless — base word: use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scurried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with quick, short, hurried steps.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thing that lets you down; not what you hoped for.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the usual size.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handkerchief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square of cloth you carry to wipe your nose or eyes.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endings of the nouns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nouns mean one, and which mean more than one?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added to the word to make it mean more than one?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it added the same way every time? Look carefully — one of them is different.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endings of the nouns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singular noun names one thing. A plural noun names more than one. Most plurals add -s or -es, but a few change their whole shape — one mouse becomes many mice.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 and sisters are plural; mouse is singular.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is singular; ears is plural.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957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   ·    foot    ·    songs    ·    brother    ·    mice    ·    feet    ·    song    ·    brothers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Eight nouns. Sort them by how many each one names.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name the split: what does every word in each group have in common?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FINAL E BEFORE VOWEL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   ·   staring   ·   named   ·   waved   ·   hopeful   ·   careful   ·   useless   ·   bravely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Dropped the e  |  Kept the 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FINAL E BEFORE VOWEL SUFFIX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bravely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 &amp;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April sun, weak but determined, shone through a castle window and from there squeezed itself through a small hole in the wall and placed one golden finger on the little mouse.”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 Despereaux’s parents think about him when he is born? Why does his mother call him a “disappointment”?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Despereaux hears a “sweet, sweet sound” that no other mouse can hear. What do you think this tells us about who Despereaux is?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IDEAS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your unusual character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