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8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how being different felt, not just what made me different?.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8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8.1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a very small mouse who is different from all the other mice. He does not scurry or cower — he loves music and light. Write about a time you felt different from the people around you. What made you different? How did it feel?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a very small mouse who is different from all the other mice. He does not scurry or cower — he loves music and light. Write about a time you felt different from the people around you. What made you different? How did it feel?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how being different felt, not just what made me different?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details does the author give us about Despereaux first?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other characters react to him?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Despereaux different from the other mice?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antoinette and lester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those are the biggest ears ive ever seen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antoinette and lester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those are the biggest ears ive ever seen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, Antoinette and Lester.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, "Those are the biggest ears I&amp;rsquo;ve ever seen. 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(Despereaux, Antoinette, Lester, Merlot), the comma, the quotation marks, and the contraction "I&amp;rsquo;ve"?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Common and Proper Nouns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father named him Despereaux.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sister Merlot laughed at his ears.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 French mouse from the castle.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aunt Florence said he was too small.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Common and Proper Nouns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Merlot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laughed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Chapters 1 &amp; 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other characters react to him?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Despereaux different from the other mice?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sun, weak but determined, shone through a castle window and from there squeezed itself through a small hole in the wall and placed one golden finger on the little mouse.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