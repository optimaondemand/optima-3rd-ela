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8.1. Reading: Chapters 1 &amp;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was the last mouse born to his parents , Antoinette and Lester.
Look for: Did you catch the proper nouns (Despereaux, Antoinette, Lester, Merlot), the comma, the quotation marks, and the contraction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was the last mouse born to his parents , Antoinette and Lester.
Look for: Did you catch the proper nouns (Despereaux, Antoinette, Lester, Merlot), the comma, the quotation marks, and the contraction “I’ve”?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mice, brothers, songs, mouse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mice, brothers, songs, mouse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 the consonant: stopped, snapped, wrapped, nodding | Did not double: jumped, shouted, looked,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 the consonant: stopped, snapped, wrapped, nodding | Did not double: jumped, shouted, looked, wanted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8.1  ·  Chapters 1 &amp; 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born small, with his eyes open, and his family is disappointed in him. Write about a time you felt you were not what someone expected.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born small, with his eyes open, and his family is disappointed in him. Write about a time you felt you were not what someone expected.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1 &amp; 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details does the author give us about Despereaux first?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how an author introduces a character. The very first details an author gives us — what a character looks like, what others say about them, and what they do — are clues about who they really are.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the last mouse born to his parents antoinette and lester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sister merlot said those are the biggest ears ive ever seen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the last mouse born to his parents antoinette and lester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his sister merlot said those are the biggest ears ive ever seen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was the last mouse born to his parents , Antoinette and Lester.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(Despereaux, Antoinette, Lester, Merlot), the comma, the quotation marks, and the contraction “I’ve”?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-FUL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hopeful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fearful — base word: fear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careful — base word: care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wonderful — base word: wonder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scurried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 with quick, short, hurried steps.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disappointment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lets you down; not what you hoped for.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than the usual size.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handkerchief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square of cloth you carry to wipe your nose or eyes.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of the castle feared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brothers and one sister.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songs on his guitar.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mouse sat at the foot of the king.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spotter word that is plural.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SINGULAR AND PLURAL 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castle feared the dungeon.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had two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one sister.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played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his guitar.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sat at the foot of the king.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  ·   snapped   ·   wrapped   ·   nodding   ·   jumped   ·   shouted   ·   looked   ·   wanted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the consonant  |  Did not double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DOUBLING THE FINAL CONSONANT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the consonant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not double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Chapters 1 &amp; 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April sun, weak but determined, shone through a castle window and from there squeezed itself through a small hole in the wall and placed one golden finger on the little mouse.”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Despereaux’s parents think about him when he is born? Why does his mother call him a “disappointment”?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Despereaux hears a “sweet, sweet sound” that no other mouse can hear. What do you think this tells us about who Despereaux is?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IDEAS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Brainstorm your unusual character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2026-09-09T03:08:01Z</dcterms:created>
  <dcterms:modified xsi:type="dcterms:W3CDTF">2026-09-09T03:08:01Z</dcterms:modified>
</cp:coreProperties>
</file>