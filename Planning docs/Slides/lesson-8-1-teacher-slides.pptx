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8.1. Reading: Chapters 1 &amp;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aloud. Give students a moment to think before writing.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minutes of sustained writing. Stamina over polish. Do not correct spelling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fix only. Editing is conventions; revision is ideas. Name which one you are asking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or three volunteers. Praise something specific in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lens: Good readers pay attention to how an author introduces a character. The very first details an author gives us — what a character looks like, what others say about them, and what they do — are clues about who they really 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 1. Despereaux was the last mouse born to his parents , Antoinette and Lester.
Look for: Did you catch the proper nouns (Despereaux, Antoinette, Lester, Merlot), the comma, the quotation marks, and the contraction “I’ve”?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 1. Despereaux was the last mouse born to his parents , Antoinette and Lester.
Look for: Did you catch the proper nouns (Despereaux, Antoinette, Lester, Merlot), the comma, the quotation marks, and the contraction “I’ve”?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 the word into base + word part. Ask what the part adds to the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word appears in the chapters read this week, in the author’s own sentence.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mice, brothers, songs, mouse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mice, brothers, songs, mouse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Doubled the consonant: stopped, snapped, wrapped, nodding | Did not double: jumped, shouted, looked, wanted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Doubled the consonant: stopped, snapped, wrapped, nodding | Did not double: jumped, shouted, looked, wanted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chapters, then return to the pause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Writer’s Workshop stage for the week.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D1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82296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🐭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457200" y="169164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Tale of Despereaux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57200" y="23317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8.1  ·  Chapters 1 &amp; 2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880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B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3 ELA  ·  Virtue: Courage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10-Minute Write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8412480" cy="1737360"/>
          </a:xfrm>
          <a:prstGeom prst="roundRect">
            <a:avLst>
              <a:gd name="adj" fmla="val 5263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71016"/>
            <a:ext cx="795528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Despereaux is born small, with his eyes open, and his family is disappointed in him. Write about a time you felt you were not what someone expected.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30632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first. You will have five minutes to write.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Writing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65376"/>
            <a:ext cx="795528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Despereaux is born small, with his eyes open, and his family is disappointed in him. Write about a time you felt you were not what someone expected.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2918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stop to erase. If you get stuck, write the last word again and keep going.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Edit &amp; Revise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14173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EDIT FOCUS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1965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use a capital letter at the start of each sentence?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6517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 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capitals  ·  end punctuation  ·  circle a word you are unsure of  ·  read it aloud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  Share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your hand  ·  paste it in the chat  ·  or hold your paper up to the camera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8B6FC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 Today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14984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Chapters 1 &amp; 2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365760" y="15087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65760" y="1746504"/>
            <a:ext cx="8412480" cy="731520"/>
          </a:xfrm>
          <a:prstGeom prst="roundRect">
            <a:avLst>
              <a:gd name="adj" fmla="val 12500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874520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details does the author give us about Despereaux first?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606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65760" y="2843784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pay attention to how an author introduces a character. The very first details an author gives us — what a character looks like, what others say about them, and what they do — are clues about who they really are.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THESE SENTENCES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despereaux was the last mouse born to his parents antoinette and lester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7452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200253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his sister merlot said those are the biggest ears ive ever seen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7889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both sentences correctly in your notebook.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THESE SENTENCES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despereaux was the last mouse born to his parents antoinette and lester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7452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200253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his sister merlot said those are the biggest ears ive ever seen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74320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66928" y="281635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CORRECTED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3072384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Despereaux was the last mouse born to his parents , Antoinette and Lester.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66928" y="3767328"/>
            <a:ext cx="8010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you catch the proper nouns (Despereaux, Antoinette, Lester, Merlot), the comma, the quotation marks, and the contraction “I’ve”?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8B6FC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Morphology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-FUL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1615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hopeful — base word: hope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792224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11096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fearful — base word: fear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2487168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0604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careful — base word: care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65760" y="3182112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3009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wonderful — base word: wonder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 Vocabulary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VOCABULARY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scurried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 with quick, short, hurried steps.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2880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disappointment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or thing that lets you down; not what you hoped for.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56032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oversize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Bigger than the usual size.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65760" y="329184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handkerchief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small square of cloth you carry to wipe your nose or eyes.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SINGULAR AND PLURAL NOUNS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mice of the castle feared the dungeon.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Despereaux had two brothers and one sister.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king played songs on his guitar.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mouse sat at the foot of the king.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turn. Find the spotter word that is plural. Tap a word to check — green means you got it.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SINGULAR AND PLURAL NOUNS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mice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the castle feared the dungeon.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Despereaux had two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brothers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one sister.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king played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songs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on his guitar.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mouse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sat at the foot of the king.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Answers revealed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DOUBLING THE FINAL CONSONANT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BANK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353312"/>
            <a:ext cx="841248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9050">
            <a:solidFill>
              <a:srgbClr val="0E1C42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481328"/>
            <a:ext cx="7955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stopped   ·   snapped   ·   wrapped   ·   nodding   ·   jumped   ·   shouted   ·   looked   ·   wanted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51460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column does each word belong in?  Columns: Doubled the consonant  |  Did not double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DOUBLING THE FINAL CONSONANT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078992"/>
            <a:ext cx="411480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3385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Doubled the consonant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11480" y="1591056"/>
            <a:ext cx="411480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02920" y="1700784"/>
            <a:ext cx="393192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stopped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snapped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wrapped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nodding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617720" y="1078992"/>
            <a:ext cx="411480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10" name="Text 8"/>
          <p:cNvSpPr/>
          <p:nvPr/>
        </p:nvSpPr>
        <p:spPr>
          <a:xfrm>
            <a:off x="4663440" y="113385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not double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617720" y="1591056"/>
            <a:ext cx="411480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709160" y="1700784"/>
            <a:ext cx="393192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jumped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shouted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looked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wanted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8B6FC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 Read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Chapters 1 &amp; 2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COPYWORK — FROM THE NOVEL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19072"/>
            <a:ext cx="8412480" cy="1143000"/>
          </a:xfrm>
          <a:prstGeom prst="roundRect">
            <a:avLst>
              <a:gd name="adj" fmla="val 8000"/>
            </a:avLst>
          </a:prstGeom>
          <a:solidFill>
            <a:srgbClr val="F0E8FF"/>
          </a:solidFill>
          <a:ln w="19050">
            <a:solidFill>
              <a:srgbClr val="8B6FC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47088"/>
            <a:ext cx="795528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“The April sun, weak but determined, shone through a castle window and from there squeezed itself through a small hole in the wall and placed one golden finger on the little mouse.”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0175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65760" y="3273552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What details does the author give us about Despereaux first?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How do other characters react to him?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What makes Despereaux different from the other mice?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🪶  Writer’s Workshop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WEEK’S STAGE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 IDEAS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Brainstorm your unusual character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Optima Academy Online</dc:creator>
  <cp:lastModifiedBy>Optima Academy Online</cp:lastModifiedBy>
  <cp:revision>1</cp:revision>
  <dcterms:created xsi:type="dcterms:W3CDTF">2026-09-07T02:49:07Z</dcterms:created>
  <dcterms:modified xsi:type="dcterms:W3CDTF">2026-09-07T02:49:07Z</dcterms:modified>
</cp:coreProperties>
</file>