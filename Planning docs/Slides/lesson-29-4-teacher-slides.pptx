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 said Witch's incomplete, mistake.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Deeper Magic is older than time," Aslan told them, "and it is what will save Narnia." 
Look for: 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Deeper Magic is older than time," Aslan told them, "and it is what will save Narnia." 
Look for: 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think happens to the Witch's followers afterwards.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think happens to the Witch's followers afterwards.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reporting speech indirectly — no quotation marks needed.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knowledge belonging to the Witch; capital W.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before and joining two clauses.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deeper magic is older than time" aslan told them "and it is what will save narnia"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deeper magic is older than time" aslan told them "and it is what will save narnia"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"The Deeper Magic is older than time," Aslan told them, "and it is what will save Narnia."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DRAFT COMPLETE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literary response on theme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