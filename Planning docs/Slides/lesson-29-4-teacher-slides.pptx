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29 Day 4.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tell the whole story — the bad part AND the good part?.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29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29.4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comes back — stronger than before. Think of a time something went wrong but then turned out even better than you expected. Tell that story.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comes back — stronger than before. Think of a time something went wrong but then turned out even better than you expected. Tell that story.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tell the whole story — the bad part AND the good part?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theme using details from across the story.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is the most important evidence for your theme across the whole novel so far?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theme as a complete sentence: The central theme of The Lion, the Witch and the Wardrobe is that...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said Witch's incomplete, mistake.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deeper magic is older than time" aslan told them "and it is what will save narnia"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deeper magic is older than time" aslan told them "and it is what will save narnia"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for The; Deeper Magic = proper noun (capitals); comma inside quotation mark; Aslan = proper noun; comma after them for the split dialogue tag; second piece continues lowercase and; Narnia = proper noun; period inside the final quotation mark.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Root/base: ject means throw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Explain: What does ject mean?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13–15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is the most important evidence for your theme across the whole novel so far?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theme as a complete sentence: The central theme of The Lion, the Witch and the Wardrobe is that...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now — what of Edmund? He was alive, but shaking with cold; and very glad that the battle was over.”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narrator's question; dash + semicolon to shift attention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narrator asks about Edmund directly —  "what of Edmund?"  After everything that happened, how do you feel about him at this moment? Has your opinion of him changed since he first met the Witch?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narrator uses a question to shift our attention:  "And now — what of Edmund?"  Then the answer is a simple, factual sentence. Why ask the question rather than just telling us? And notice  "but"  and the semicolons — what do they add?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29 · THEME DRAFT COMPLETE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