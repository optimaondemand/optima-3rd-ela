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29.4. Reading: Reading: Ch. 13–15.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in a fantasy story slow down and pay attention to how the author builds the world . Details of setting, character, and pattern all work together to create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sentence in the lesson: Aslan said Witch's incomplete, mistake.
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"The Deeper Magic is older than time," Aslan told them, "and it is what will save Narnia." 
Look for: Capital T for The; Deeper Magic = proper noun (capitals); comma inside quotation mark; Aslan = proper noun; comma after them for the split dialogue tag; second piece continues lowercase and; Narnia = proper noun; period inside the final quotation 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"The Deeper Magic is older than time," Aslan told them, "and it is what will save Narnia." 
Look for: Capital T for The; Deeper Magic = proper noun (capitals); comma inside quotation mark; Aslan = proper noun; comma after them for the split dialogue tag; second piece continues lowercase and; Narnia = proper noun; period inside the final quotation 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🦁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Lion, the Witch and the Wardrobe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29.4  ·  Reading: Ch. 13–15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Loyalty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what you think happens to the Witch's followers afterwards.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what you think happens to the Witch's followers afterwards.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end each sentence with the right punctuation mark?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Ch. 13–15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theme using details from across the story.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in a fantasy story slow down and pay attention to how the author builds the world . Details of setting, character, and pattern all work together to create meaning.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GRAMMAR POINTS IN THE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Aslan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noun — capital 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105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tag reporting speech indirectly — no quotation marks needed.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40864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43230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Witch's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Possessive — the knowledge belonging to the Witch; capital W.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962656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05409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incomplete,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 before and joining two clauses.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deeper magic is older than time" aslan told them "and it is what will save narnia"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deeper magic is older than time" aslan told them "and it is what will save narnia"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"The Deeper Magic is older than time," Aslan told them, "and it is what will save Narnia."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T for The; Deeper Magic = proper noun (capitals); comma inside quotation mark; Aslan = proper noun; comma after them for the split dialogue tag; second piece continues lowercase and; Narnia = proper noun; period inside the final quotation mark.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ROOT/BASE: JECT MEANS THROW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Complete each sentence in your notebook to show you understand the word part.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Ch. 13–15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Explain theme using details from across the story.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 you read today, ask yourself: What is the most important evidence for your theme across the whole novel so far?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 your journal, make a four-column chart: free verse, rhymed verse, haiku, limerick. Put every poem you have read this year into a column. If you cannot decide, write down what is confusing you.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DRAFT COMPLETE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literary response on theme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2026-09-07T02:45:02Z</dcterms:created>
  <dcterms:modified xsi:type="dcterms:W3CDTF">2026-09-07T02:45:02Z</dcterms:modified>
</cp:coreProperties>
</file>