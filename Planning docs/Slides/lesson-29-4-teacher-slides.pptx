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29.4.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Aslan said Witch's incomplete, mistake.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"The Deeper Magic is older than time," Aslan told them, "and it is what will save Narnia." 
Look for: Capital T for The; Deeper Magic = proper noun (capitals); comma inside quotation mark; Aslan = proper noun; comma after them for the split dialogue tag; second piece continues lowercase and; Narnia = proper noun; period inside the final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"The Deeper Magic is older than time," Aslan told them, "and it is what will save Narnia." 
Look for: Capital T for The; Deeper Magic = proper noun (capitals); comma inside quotation mark; Aslan = proper noun; comma after them for the split dialogue tag; second piece continues lowercase and; Narnia = proper noun; period inside the final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29.4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what you think happens to the Witch's followers afterwards.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what you think happens to the Witch's followers afterwards.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theme using details from across the story.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tag reporting speech indirectly — no quotation marks needed.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Witch's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— the knowledge belonging to the Witch; capital W.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before and joining two clauses.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deeper magic is older than time" aslan told them "and it is what will save narnia"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deeper magic is older than time" aslan told them "and it is what will save narnia"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"The Deeper Magic is older than time," Aslan told them, "and it is what will save Narnia."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for The; Deeper Magic = proper noun (capitals); comma inside quotation mark; Aslan = proper noun; comma after them for the split dialogue tag; second piece continues lowercase and; Narnia = proper noun; period inside the final quotation mark.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JECT MEANS THROW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DRAFT COMPLETE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literary response on theme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