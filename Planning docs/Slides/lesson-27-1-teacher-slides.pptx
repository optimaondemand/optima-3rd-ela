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27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use details that help the reader feel the coziness?.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27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27.1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and Mrs Beaver welcome the children into their home. Write about what makes a place feel safe and cozy. It could be a real place or one you imagine.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and Mrs Beaver welcome the children into their home. Write about what makes a place feel safe and cozy. It could be a real place or one you imagine.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details that help the reader feel the coziness?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two people in the same situation sometimes see things completely differently?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Mr Beaver says the name Aslan, each of the four children feels something different. Describe how at least two children feel.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told Aslan thrill.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and Mrs Beaver are titles with names (capitals); comma before and joining two independent clauses;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Root/base: form means shape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one shape — a uniform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shape again — reform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change across — transform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shape knowledge in someone — inform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form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or power to give orders and make decisions.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that something will happen in the future.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Irregular verbs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telled them about Aslan.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runned to the dam.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sayed she wanted to find Mr Tumnus.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Irregular verbs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Prefix + base word decoding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    untrue     transport     recall     form     true     act     wise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only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Prefix + base word decoding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only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7–9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Why do two people in the same situation sometimes see things completely differently?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Mr Beaver says the name Aslan, each of the four children feels something different. Describe how at least two children feel.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27 · PLAN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