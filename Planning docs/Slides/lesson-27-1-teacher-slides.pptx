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27.1.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Mr Beaver told Aslan thrill.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Mr Beaver brought the children to his dam, and Mrs Beaver made a wonderful supper for everyone. 
Look for: Mr Beaver and Mrs Beaver are titles with names (capitals);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Mr Beaver brought the children to his dam, and Mrs Beaver made a wonderful supper for everyone. 
Look for: Mr Beaver and Mrs Beaver are titles with names (capitals); comma before and joining two independent clauses;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telled, runned, sayed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telled, runned, sayed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reform, untrue, transport, recall | Base word only: form, true, act, wise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Prefix + base word: reform, untrue, transport, recall | Base word only: form, true, act, wise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27.1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is described before he ever appears. Write about someone you had heard about long before you met them.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is described before he ever appears. Write about someone you had heard about long before you met them.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different character perspectives.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abbreviation — capital M, period after 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Beaver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name used as title; capital 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past-tense verb — not telled.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a name, always capitalized.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brought the children to his dam and mrs beaver made a wonderful supper for everyone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Mr Beaver brought the children to his dam, and Mrs Beaver made a wonderful supper for everyone.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and Mrs Beaver are titles with names (capitals); comma before and joining two independent clauses;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ROOT/BASE: FORM MEANS SHAPE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Root/base: form means shape.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prophecy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betray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telled them about Aslan.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runned to the dam.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sayed she wanted to find Mr Tumnus.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VERBS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Beaver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about Aslan.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dam.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sayed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 wanted to find Mr Tumnus.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 DECODING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  ·   untrue   ·   transport   ·   recall   ·   form   ·   true   ·   act   ·   wise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Prefix + base word  |  Base word only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 DECODING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+ base word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word only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