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26.4. Reading: Reading: Ch. 4–6.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Although Edmund Witch dangerous, Delight.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Witch smiled and told Edmund he would be a prince, but she did not tell him the truth. 
Look for: The Witch is a proper noun title (capital W); smiled and told must match tense (past); comma before but joining two independent clauses;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Witch smiled and told Edmund he would be a prince, but she did not tell him the truth. 
Look for: The Witch is a proper noun title (capital W); smiled and told must match tense (past); comma before but joining two independent clauses;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26.4  ·  Reading: Ch. 4–6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Christmas gives each child a gift that fits them. What would yours be? Write why.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Christmas gives each child a gift that fits them. What would yours be? Write why.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read my writing out loud to check that it makes sense?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4–6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choices and consequences.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word — begins the dependent clause.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Witch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after the dependent clause.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 smiled and tells edmund he will be a prince but she did not tell him the truth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 smiled and tells edmund he will be a prince but she did not tell him the truth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Witch smiled and told Edmund he would be a prince, but she did not tell him the truth.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 is a proper noun title (capital W); smiled and told must match tense (past); comma before but joining two independent clauses;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TRANS- MEANS ACROSS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Complete each sentence in your notebook to show you understand the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4–6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Track choices and consequences.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 you read today, ask yourself: What does Edmund's choice in Ch. 4 show us about how consequences work in stories?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Stevenson never says the word “wind” after the second line. Explain how you know the rider is the wind.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