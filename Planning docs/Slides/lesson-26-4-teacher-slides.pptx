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Although Edmund Witch dangerous, Delight.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 smiled and told Edmund he would be a prince, but she did not tell him the truth. 
Look for: The Witch is a proper noun title (capital W); smiled and told must match tense (past);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 smiled and told Edmund he would be a prince, but she did not tell him the truth. 
Look for: The Witch is a proper noun title (capital W); smiled and told must match tense (past);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 gives each child a gift that fits them. What would yours be? Write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 gives each child a gift that fits them. What would yours be? Write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W.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after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smiled and tells edmund he will be a prince but she did not tell him the truth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smiled and tells edmund he will be a prince but she did not tell him the truth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Witch smiled and told Edmund he would be a prince, but she did not tell him the truth.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is a proper noun title (capital W); smiled and told must match tense (past); comma before but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