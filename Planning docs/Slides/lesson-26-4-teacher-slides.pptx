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26 Day 4.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feeling using details instead of just naming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26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26.4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has been keeping a secret from his siblings. Think about what it feels like to keep a secret. Does it feel heavy? Exciting? Scary? Describe that feeling without naming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has been keeping a secret from his siblings. Think about what it feels like to keep a secret. Does it feel heavy? Exciting? Scary? Describe that feeling without naming 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feeling using details instead of just naming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does Edmund's choice in Ch. 4 show us about how consequences work in stories?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this: Edmund's choice to trust the White Witch shows that ___. Use evidence from the book.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Witch dangerous, Delight.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smiled and tells edmund he will be a prince but she did not tell him the truth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smiled and tells edmund he will be a prince but she did not tell him the truth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is a proper noun title (capital W); smiled and told must match tense (past); comma before but joining two independent clauses;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trans- means across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trans-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does Edmund's choice in Ch. 4 show us about how consequences work in stories?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this: Edmund's choice to trust the White Witch shows that ___. Use evidence from the book.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“Peter felt frightened — and he also felt something else he could not name, something that was fiercer than fear.”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dash for interruption; naming the unnamed emotion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is scared, but also feels something stronger than fear. By the end of these chapters, what do you think that feeling is? Does the story give it a name later?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uses a dash to interrupt — he stops and adds something new. Then he describes an emotion without naming it:  "something fiercer than fear."  Why not just write the name of the emotion? What does leaving it unnamed make you, the reader, do?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26 · POLISH Final Draft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