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26.4.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Although Edmund Witch dangerous, Delight.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Witch smiled and told Edmund he would be a prince, but she did not tell him the truth. 
Look for: The Witch is a proper noun title (capital W); smiled and told must match tense (past); comma before but joining two independent clauses;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Witch smiled and told Edmund he would be a prince, but she did not tell him the truth. 
Look for: The Witch is a proper noun title (capital W); smiled and told must match tense (past); comma before but joining two independent clauses;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26.4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Father Christmas gives each child a gift that fits them. What would yours be? Write why.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Father Christmas gives each child a gift that fits them. What would yours be? Write why.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read my writing out loud to check that it makes sense?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choices and consequences.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word — begins the dependent clause.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 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Witch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 W.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dangerous,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 after the dependent clause.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witch smiled and tells edmund he will be a prince but she did not tell him the truth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witch smiled and tells edmund he will be a prince but she did not tell him the truth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The Witch smiled and told Edmund he would be a prince, but she did not tell him the truth.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Witch is a proper noun title (capital W); smiled and told must match tense (past); comma before but joining two independent clauses;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TRANS- MEANS ACROSS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Complete each sentence in your notebook to show you understand the word part.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2026-09-09T12:44:18Z</dcterms:created>
  <dcterms:modified xsi:type="dcterms:W3CDTF">2026-09-09T12:44:18Z</dcterms:modified>
</cp:coreProperties>
</file>