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21 Day 2.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the difference between respect and just liking someone?.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21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21.2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earns respect by the end of the story. What does 'earning respect' mean to you? Is it different from just being liked? Write about someone in your life who has earned your respect and explain why.</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Jemmy earns respect by the end of the story. What does 'earning respect' mean to you? Is it different from just being liked? Write about someone in your life who has earned your respect and explain why.</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the difference between respect and just liking someone?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look for small moments that carry big meaning. An accidental word like 'friend' can reveal more than a whole speech.</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look for small moments that carry big meaning. An accidental word like 'friend' can reveal more than a whole speech.</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straightened and folded his arms.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and grabbed jemmys sleeve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and grabbed jemmys sleeve</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The prince stumbled and grabbed Jemmy's sleeve.</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 T on The; capital J on Jemmy; apostrophe in Jemmy's (possessive);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Root spect (Day 2: Identify)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spect</a:t>
            </a:r>
            <a:pPr indent="0" marL="0">
              <a:buNone/>
            </a:pPr>
            <a:r>
              <a:rPr lang="en-US" sz="1400" dirty="0">
                <a:solidFill>
                  <a:srgbClr val="64748B"/>
                </a:solidFill>
                <a:latin typeface="Calibri" pitchFamily="34" charset="0"/>
                <a:ea typeface="Calibri" pitchFamily="34" charset="-122"/>
                <a:cs typeface="Calibri" pitchFamily="34" charset="-120"/>
              </a:rPr>
              <a:t>  ·  — to look ahead; an expected result</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spector</a:t>
            </a:r>
            <a:pPr indent="0" marL="0">
              <a:buNone/>
            </a:pPr>
            <a:r>
              <a:rPr lang="en-US" sz="1400" dirty="0">
                <a:solidFill>
                  <a:srgbClr val="64748B"/>
                </a:solidFill>
                <a:latin typeface="Calibri" pitchFamily="34" charset="0"/>
                <a:ea typeface="Calibri" pitchFamily="34" charset="-122"/>
                <a:cs typeface="Calibri" pitchFamily="34" charset="-120"/>
              </a:rPr>
              <a:t>  ·  — one who looks into things officially</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acle</a:t>
            </a:r>
            <a:pPr indent="0" marL="0">
              <a:buNone/>
            </a:pPr>
            <a:r>
              <a:rPr lang="en-US" sz="1400" dirty="0">
                <a:solidFill>
                  <a:srgbClr val="64748B"/>
                </a:solidFill>
                <a:latin typeface="Calibri" pitchFamily="34" charset="0"/>
                <a:ea typeface="Calibri" pitchFamily="34" charset="-122"/>
                <a:cs typeface="Calibri" pitchFamily="34" charset="-120"/>
              </a:rPr>
              <a:t>  ·  — something worth watching or seeing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spect</a:t>
            </a:r>
            <a:pPr indent="0" marL="0">
              <a:buNone/>
            </a:pPr>
            <a:r>
              <a:rPr lang="en-US" sz="1400" dirty="0">
                <a:solidFill>
                  <a:srgbClr val="64748B"/>
                </a:solidFill>
                <a:latin typeface="Calibri" pitchFamily="34" charset="0"/>
                <a:ea typeface="Calibri" pitchFamily="34" charset="-122"/>
                <a:cs typeface="Calibri" pitchFamily="34" charset="-120"/>
              </a:rPr>
              <a:t>  ·  — to look at with admiration</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merriment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Happiness and cheerful laughter; joyful noise.</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hubbub</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loud, busy, confusing noise from a crowd.</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broadside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large printed news sheet sold in the street.</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grain-fed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Fed well on grain; the sewer rats are large and well-fed.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Prepositional Phrases (Day 2: Identify)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splashed along the water's edge .</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Captain Nips sat at the pump with a kettle.</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Hold-Your-Nose Billy came around the corner.</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ran through the darkness of the sewer.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Prepositional Phrases (Day 2: Identify)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splashed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along</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water's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edge .</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Captain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Nips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sat</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pump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with</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kettle.</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Hold-Your-Nose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Billy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came</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around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corner.</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through</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darkness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of</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sewer.</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Syllable Review (Day 2: r-controlled + silent-e)</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stone     fire     stripe     corner     bottle     purple</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 (long vowel + silent 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r-controlled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Syllable Review (Day 2: r-controlled + silent-e)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Silent-e (long vowel + silent 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stone</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fire</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stripe</a:t>
            </a:r>
            <a:endParaRPr lang="en-US" sz="1400" dirty="0"/>
          </a:p>
        </p:txBody>
      </p:sp>
      <p:sp>
        <p:nvSpPr>
          <p:cNvPr id="11" name="Shape 9"/>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r-controlled</a:t>
            </a:r>
            <a:endParaRPr lang="en-US" sz="1400" dirty="0"/>
          </a:p>
        </p:txBody>
      </p:sp>
      <p:sp>
        <p:nvSpPr>
          <p:cNvPr id="13" name="Text 11"/>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corner</a:t>
            </a:r>
            <a:endParaRPr lang="en-US" sz="1400" dirty="0"/>
          </a:p>
        </p:txBody>
      </p:sp>
      <p:sp>
        <p:nvSpPr>
          <p:cNvPr id="14" name="Text 12"/>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bottle</a:t>
            </a:r>
            <a:endParaRPr lang="en-US" sz="1400" dirty="0"/>
          </a:p>
        </p:txBody>
      </p:sp>
      <p:sp>
        <p:nvSpPr>
          <p:cNvPr id="15" name="Text 13"/>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purple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18–19</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21 · Revise &amp; Publish</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