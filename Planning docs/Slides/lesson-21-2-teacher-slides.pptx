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21.2. Reading: Ch. 18–19.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for small moments that carry big meaning. An accidental word like 'friend' can reveal more than a whole speech.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stumbled and grabbed Jemmy's sleeve. 
Look for: Capital T on The; capital J on Jemmy; apostrophe in Jemmy's (possessive);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stumbled and grabbed Jemmy's sleeve. 
Look for: Capital T on The; capital J on Jemmy; apostrophe in Jemmy's (possessive);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at, around, through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at, around, through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Silent-e (long vowel + silent e): stone, fire, stripe | r-controlled: corner, bottle, purple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Silent-e (long vowel + silent e): stone, fire, stripe | r-controlled: corner, bottle, purple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21.2  ·  Ch. 18–19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laughs for the first time. Write about something that made you laugh when you did not expect to.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laughs for the first time. Write about something that made you laugh when you did not expect to.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18–19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small moments that carry big meaning. An accidental word like 'friend' can reveal more than a whole speech.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small moments that carry big meaning. An accidental word like 'friend' can reveal more than a whole speech.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straightened and folded his arms.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stumbled and grabbed jemmys sleeve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stumbled and grabbed jemmys sleeve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prince stumbled and grabbed Jemmy's sleeve.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on The; capital J on Jemmy; apostrophe in Jemmy's (possessive);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SPECT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prospect — to look ahead; an expected result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inspector — one who looks into things officially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spectacle — something worth watching or seeing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respect — to look at with admiration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merriment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and cheerful laughter; joyful noise.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hubbub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loud, busy, confusing noise from a crowd.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broadside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printed news sheet sold in the street.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grain-fed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well on grain; the sewer rats are large and well-fed.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splashed the water's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Nips sat at the pump with a kettle.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Hold-Your-Nose Billy came around the corner.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ran through the darkness of the sewer.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splashed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water's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Nips s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pump with a kettle.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Hold-Your-Nose Billy came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corner.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darkness of the sewer.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2: R-CONTROLLED + SILENT-E)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  ·   fire   ·   stripe   ·   corner   ·   bottle   ·   purple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Silent-e (long vowel + silent e)  |  r-controlled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2: R-CONTROLLED + SILENT-E)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Silent-e (long vowel + silent 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18–19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Jemmy accidentally calls the prince 'my friend.' How does Jemmy feel about this, and what does it suggest?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the dark sewer, the prince grips Jemmy's hand. What does this moment mean for their friendship?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