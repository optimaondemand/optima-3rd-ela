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11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connect the story to how it actually helped me?.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11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11.2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dungeon, Despereaux meets Gregory the jailer, who asks him for a story. Gregory says stories are like light in the dark. Do you agree that stories can be like a light? Write about a time a story (from a book, movie, or someone telling you) made a dark or hard time feel better.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dungeon, Despereaux meets Gregory the jailer, who asks him for a story. Gregory says stories are like light in the dark. Do you agree that stories can be like a light? Write about a time a story (from a book, movie, or someone telling you) made a dark or hard time feel better.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connect the story to how it actually helped me?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Roscuro to feel the way he does?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might happen as a result of what Mig and Roscuro did together?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but he did not turn back even once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but he did not turn back even once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, but he did not turn back even once.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comma before "but,"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26–27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Roscuro to feel the way he does?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might happen as a result of what Mig and Roscuro did together?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moved through the dungeon. His heart pounded. His paws were cold. Around him, the darkness pressed in like a heavy blanket.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