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11.2. Reading: Ch. 26–27.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track cause and effect in the plot. Every event causes the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Despereaux moved through the dungeon with a needle and a thread of light to guide him forward.
Look for: Did you catch the proper noun (Despereaux), the comma before "but,"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Despereaux moved through the dungeon with a needle and a thread of light to guide him forward.
Look for: Did you catch the proper noun (Despereaux), the comma before "but,"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were, was, live, keeps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were, was, live, keeps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 -s: spoons, bowls, kettles | -es: dishes, boxes, wishes | y → -ies: stories, ponies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 -s: spoons, bowls, kettles | -es: dishes, boxes, wishes | y → -ies: stories, ponies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11.2  ·  Ch. 26–27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sees the princess for the first time and wants to be her. Write about someone you have wanted to be like. What is it about them?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sees the princess for the first time and wants to be her. Write about someone you have wanted to be like. What is it about them?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start each sentence with a capital letter?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26–27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caused Despereaux to end up where he is now?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track cause and effect in the plot. Every event causes the next.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moved through the dungeon with a needle and a thread of light to guide him forward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dungeon was cold and deep and dark but he did not turn back even once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moved through the dungeon with a needle and a thread of light to guide him forward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dungeon was cold and deep and dark but he did not turn back even once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moved through the dungeon with a needle and a thread of light to guide him forward.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 (Despereaux), the comma before "but," and capital letters?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-NESS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darkness — base word: dark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kindness — base word: kind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sadness — base word: sad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goodness — base word: good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hard hit or blow, usually with an open hand.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deaf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Unable to hear, or unable to hear well.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servant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whose job is to work in another person's household.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tablecloth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cloth spread over a table; here, what Mig was traded for.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SUBJECT-VERB AGREEMENT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mice were afraid of the dungeon.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was almost deaf from the clouts.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live below the castle.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Uncle keeps the kettle by the fire.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the verb, then check that it matches its subject.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SUBJECT-VERB AGREEMENT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mice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afraid of the dungeon.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almost deaf from the clouts.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below the castle.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kettle by the fire.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PLURALS: -S, -ES, AND -IES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spoons   ·   bowls   ·   kettles   ·   dishes   ·   boxes   ·   wishes   ·   stories   ·   ponies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just -s  |  -es  |  y → -ies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PLURALS: -S, -ES, AND -IES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-s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spoons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bowls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kettles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1564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326136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1564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0708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dishes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1980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4" name="Text 12"/>
          <p:cNvSpPr/>
          <p:nvPr/>
        </p:nvSpPr>
        <p:spPr>
          <a:xfrm>
            <a:off x="606552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→ -ies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1980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1124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ponies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26–27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“Don’t I wish every night that I had back that good hen and that red tablecloth in place of you?””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caused Despereaux to end up where he is now?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caused Roscuro to feel the way he does?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might happen as a result of what Mig and Roscuro did together?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setting details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2026-09-07T02:49:07Z</dcterms:created>
  <dcterms:modified xsi:type="dcterms:W3CDTF">2026-09-07T02:49:07Z</dcterms:modified>
</cp:coreProperties>
</file>