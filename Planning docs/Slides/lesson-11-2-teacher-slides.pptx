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11.2. Reading: Ch. 26–27.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track cause and effect in the plot. Every event causes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moved through the dungeon with a needle and a thread of light to guide him forward.
Look for: Did you catch the proper noun (Despereaux),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moved through the dungeon with a needle and a thread of light to guide him forward.
Look for: Did you catch the proper noun (Despereaux), the comma before "but,"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were, was, live, keeps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were, was, live, keeps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-s: spoons, bowls, kettles | -es: dishes, boxes, wishes | y → -ies: stories, ponies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-s: spoons, bowls, kettles | -es: dishes, boxes, wishes | y → -ies: stories, ponies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11.2  ·  Ch. 26–27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sees the princess for the first time and wants to be her. Write about someone you have wanted to be like. What is it about them?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sees the princess for the first time and wants to be her. Write about someone you have wanted to be like. What is it about them?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26–27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but he did not turn back even once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dungeon was cold and deep and dark but he did not turn back even once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moved through the dungeon with a needle and a thread of light to guide him forward.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(Despereaux), the comma before "but,"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word: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sadness — base word: sad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goodness — base word: good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hear, or unable to hear well.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work in another person's household.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tablecloth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cloth spread over a table; here, what Mig was traded for.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were afraid of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almost deaf from the clouts.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live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keeps the kettle by the fire.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verb, then check that it matches its subject.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afraid of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almost deaf from the clouts.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kettle by the fire.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   ·   bowls   ·   kettles   ·   dishes   ·   boxes   ·   wishes   ·   stories   ·   ponies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just -s  |  -es  |  y → -ies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-s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kettles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-ies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26–27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“Don’t I wish every night that I had back that good hen and that red tablecloth in place of you?””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goes deeper. What three sensory details does the author use to make the dungeon feel real?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carries something. What is it? What does it represent beyond just the object?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setting details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