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use vivid details to build a mental picture. Today's article is full of sensory language. As you read, try to picture, hear, and even smell the medieval town the author is describing.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the harbor city of Venice, traders from Spain brought wool and olive oil every Monday. 
Look for: Capital I on In; capital V on Venice (proper city name); comma after Venice (introductory phrase); capital S on Spain (country name); capital M on Monday (day of the week);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the harbor city of Venice, traders from Spain brought wool and olive oil every Monday. 
Look for: Capital I on In; capital V on Venice (proper city name); comma after Venice (introductory phrase); capital S on Spain (country name); capital M on Monday (day of the week);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Medieval, A, Town,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Medieval, A, Town,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pattern (divide between CC): market, merchant, servant, quarrel, pilgrim, trumpet, festive, turmoil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pattern (divide between CC): market, merchant, servant, quarrel, pilgrim, trumpet, festive, turmoil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would find the answer to one of your questions.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would find the answer to one of your questions.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use vivid details to build a mental picture. Today's article is full of sensory language. As you read, try to picture, hear, and even smell the medieval town the author is describing.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market town of Shrewsbury, merchants from France sold silk and spices every Thursday.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harbor city of venice traders from spain brought wool and olive oil every monday.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In the harbor city of Venice, traders from Spain brought wool and olive oil every Monday.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 on In; capital V on Venice (proper city name); comma after Venice (introductory phrase); capital S on Spain (country name); capital M on Monday (day of the week);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subterrain — ean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suburb — area just below/outside a main city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subside — to sink below the surface gradually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substandard — below the expected level or quality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cathedral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3: WRITE YOUR OWN)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towns grew near rivers, roads, and cathedrals. Each location made trade easier and brought more people together.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medieval market offered goods from across Europe. Merchants sold spices from the east, wool from England, and glassware from Venice.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 life was dangerous as well as lively. Fires spread quickly in wooden buildings, disease moved fast in crowded streets, and crime was common.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made some medieval merchants very wealthy. A successful cloth merchant could own a large house, hire servants, and send his sons to university.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3: WRITE YOUR OWN)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towns grew near rivers, roads, and cathedrals. Each location made trade easier and brought more people together.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medieval market offered goods from across Europe. Merchants sold spices from the east, wool from England, and glassware from Venice.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life was dangerous as well as lively. Fires spread quickly in wooden buildings, disease moved fast in crowded streets, and crime was common.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some medieval merchants very wealthy. A successful cloth merchant could own a large house, hire servants, and send his sons to university.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3: APPLY TO LONGER WORDS)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  ·   merchant   ·   servant   ·   quarrel   ·   pilgrim   ·   trumpet   ·   festive   ·   turmoil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pattern (divide between CC)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3: APPLY TO LONGER WORDS)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pattern (divide between CC)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quarrel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turmoil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uses sensory language to describe medieval towns. Find one detail that appeals to each sense: sight, sound, and smell.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towns were 'full of life' despite being loud and smelly. What does the author mean by that — what was alive about them?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