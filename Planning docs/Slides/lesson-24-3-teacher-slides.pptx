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24 Day 3. Medieval Nonfiction.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use describing words that help the reader feel like they are there?.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Week 24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 — Lesson 24.3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just walked through a medieval town market. It is loud, crowded, and full of interesting sights. Write about your walk using as many details as you can.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just walked through a medieval town market. It is loud, crowded, and full of interesting sights. Write about your walk using as many details as you can.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describing words that help the reader feel like they are there?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use vivid details to build a mental picture. Today's article is full of sensory language. As you read, try to picture, hear, and even smell the medieval town the author is describing.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market town of Shrewsbury, merchants from France sold silk and spices every Thursday.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harbor city of venice traders from spain brought wool and olive oil every monday.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harbor city of venice traders from spain brought wool and olive oil every monday.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 on In; capital V on Venice (proper city name); comma after Venice (introductory phrase); capital S on Spain (country name); capital M on Monday (day of the week);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sub- (Day 3: Use)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ean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area just below/outside a main city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sink below the surface gradually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below the expected level or quality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buying and selling of goods; also a skilled craft or occupation.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important church — often the center around which a medieval town grew.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organized group of craftsmen or merchants in the same trade.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cathedral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buys and sells goods for profit.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Main Idea and Details (Day 3: Write your own)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towns grew near rivers, roads, and cathedrals. Each location made trade easier and brought more people together.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medieval market offered goods from across Europe. Merchants sold spices from the east, wool from England, and glassware from Venice.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 life was dangerous as well as lively. Fires spread quickly in wooden buildings, disease moved fast in crowded streets, and crime was common.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made some medieval merchants very wealthy. A successful cloth merchant could own a large house, hire servants, and send his sons to university.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Main Idea and Details (Day 3: Write your own)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grew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cathedrals.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brought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glassware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lively.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wealthy.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VCCV Syllable Division (Day 3: Apply to longer words)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    merchant     servant     quarrel     pilgrim     trumpet     festive     turmoil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pattern (divide between CC)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VCCV Syllable Division (Day 3: Apply to longer words)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pattern (divide between CC)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quarrel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pilgrim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8678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turmoil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24 · Draft &amp; Publish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