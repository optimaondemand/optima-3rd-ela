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10.3. Reading: Ch. 20–21.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explain different characters' perspectives . Each character sees the same events through their own eyes, wants, and fears.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Miggery Sow and Roscuro moved together through the dark castle halls toward the princess.
Look for: Did you catch the proper nouns (Miggery Sow, Roscuro), capital letters, and the subject-verb agreement with "neither"?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Miggery Sow and Roscuro moved together through the dark castle halls toward the princess.
Look for: Did you catch the proper nouns (Miggery Sow, Roscuro), capital letters, and the subject-verb agreement with "neither"?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him, They, it, She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him, They, it, She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 stayed y: enjoyed, obeyed, stayed, played | y became i: emptied, carried, cried, hurried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 stayed y: enjoyed, obeyed, stayed, played | y became i: emptied, carried, cried, hurried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10.3  ·  Ch. 20–21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Roscuro looks down at the banquet hall and thinks it is the most beautiful thing he has ever seen. Describe the most beautiful place you have ever been.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Roscuro looks down at the banquet hall and thinks it is the most beautiful thing he has ever seen. Describe the most beautiful place you have ever been.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describing words that tell what something looked like?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20–21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Despereaux, Roscuro, and Mig each want right now?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explain different characters' perspectives . Each character sees the same events through their own eyes, wants, and fears.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miggery sow and roscuro moved together through the dark castle halls toward the princess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neither of them stopped to think about what the princess might want or how she might feel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miggery sow and roscuro moved together through the dark castle halls toward the princess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neither of them stopped to think about what the princess might want or how she might feel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Miggery Sow and Roscuro moved together through the dark castle halls toward the princess.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nouns (Miggery Sow, Roscuro), capital letters, and the subject-verb agreement with "neither"?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DIS-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disappear — base word appear = the opposite of appear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dislike — base word like = to not like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disagree — base word agree = to not agree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disobey — base word obey = to not obey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revenge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Hurting someone back for something they did to you.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ridiculous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silly or unreasonable that it is hard to take seriously.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banquet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large, formal meal for many guests.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deepest part of a person — who they really are inside.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AND OBJECT PRONOUNS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smelled him before he saw them.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lived in the darkness below the castle.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it up high.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pointed her finger right at Roscuro.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subject pronoun — the one doing the action.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AND OBJECT PRONOUNS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smelled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he saw them.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lived in the darkness below the castle.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up high.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pointed her finger right at Roscuro.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Y TO I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enjoyed   ·   obeyed   ·   stayed   ·   played   ·   emptied   ·   carried   ·   cried   ·   hurried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y stayed y  |  y became i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Y TO I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stayed 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enjoyed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obeyed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became i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emptied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hurried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20–21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“They danced to the rhythm of the minstrels’ music, swaying back and forth, twinkling and beckoning. What better place to view all this glory, all this beauty?”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Mig and Roscuro set the plan in motion. What is each character hoping will happen?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Something complicates the plan in Chapter 21. What goes wrong, or almost goes wrong?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Draft: problem harder + helper appears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