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10.3. Reading: Ch. 20–21.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explain different characters' perspectives . Each character sees the same events through their own eyes, wants, and fears.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and Roscuro moved together through the dark castle halls toward the princess.
Look for: Did you catch the proper nouns (Miggery Sow, Roscuro), capital letters, and the subject-verb agreement with "neither"?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and Roscuro moved together through the dark castle halls toward the princess.
Look for: Did you catch the proper nouns (Miggery Sow, Roscuro), capital letters, and the subject-verb agreement with "neither"?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They, it, She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They, it, She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stayed y: enjoyed, obeyed, stayed, played | y became i: emptied, carried,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stayed y: enjoyed, obeyed, stayed, played | y became i: emptied, carried,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10.3  ·  Ch. 20–21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looks down at the banquet hall and thinks it is the most beautiful thing he has ever seen. Describe the most beautiful place you have ever been.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looks down at the banquet hall and thinks it is the most beautiful thing he has ever seen. Describe the most beautiful place you have ever been.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describing words that tell what something looked like?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20–21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and roscuro moved together through the dark castle halls toward the princess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neither of them stopped to think about what the princess might want or how she might feel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and roscuro moved together through the dark castle halls toward the princess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neither of them stopped to think about what the princess might want or how she might feel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and Roscuro moved together through the dark castle halls toward the princess.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(Miggery Sow, Roscuro), capital letters, and the subject-verb agreement with "neither"?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disappear — base word appear = the opposite of appear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dislike — base word like = to not like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 agree = to not agree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disobey — base word obey = to not obey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Hurting someone back for something they did to you.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silly or unreasonable that it is hard to take seriously.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formal meal for many guests.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him before he saw them.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lived in the darkness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right at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subject pronoun — the one doing the action.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he saw them.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lived in the darkness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right at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   ·   obeyed   ·   stayed   ·   played   ·   emptied   ·   carried   ·   cried   ·   hurried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stayed y  |  y became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stayed 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became 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20–21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“They danced to the rhythm of the minstrels’ music, swaying back and forth, twinkling and beckoning. What better place to view all this glory, all this beauty?”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Despereaux, Roscuro, and Mig each want right now?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might their wants collide?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character do you feel most sympathy for, and why?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Draft: problem harder + helper appears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