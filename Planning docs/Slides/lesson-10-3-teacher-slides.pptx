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10.3. Reading: Ch. 20–21.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explain different characters' perspectives. Each character sees the same events through their own eyes, wants, and fears.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Neither of them stopped to think about what the princess might want or how she might feel.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Neither of them stopped to think about what the princess might want or how she might feel.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subject pronoun does the action: I, he, she, it, we, they. An object pronoun receives it: me, him, her, it, us, them. Say the sentence aloud — your ear will usually catch the wrong one.
she is the subject doing the knowing; it is the object being known.
He (King Phillip) is the subject doing the declaring; them (the rats) is the object receiving it. Swap them — Them declared he outlaws — and your ear rejects it at once.
The word his in the first sentence is a different kind of pronoun. It shows whose revenge, so it is not in either group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subject pronoun does the action: I, he, she, it, we, they. An object pronoun receives it: me, him, her, it, us, them. Say the sentence aloud — your ear will usually catch the wrong one.
she is the subject doing the knowing; it is the object being known.
He (King Phillip) is the subject doing the declaring; them (the rats) is the object receiving it. Swap them — Them declared he outlaws — and your ear rejects it at once.
The word his in the first sentence is a different kind of pronoun. It shows whose revenge, so it is not in either group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her, He, They,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her, He, They,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Most plurals just add -s. Words ending in a hissing sound ( s, x, ch, sh, z ) need -es so you can hear the extra beat: box → boxes. Consonant + y changes the y to i and adds -es: city → 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10.3  ·  Ch. 20–21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looks down at the banquet hall and thinks it is the most beautiful thing he has ever seen. Describe the most beautiful place you have ever been.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looks down at the banquet hall and thinks it is the most beautiful thing he has ever seen. Describe the most beautiful place you have ever been.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describing words that tell what something looked like?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20–21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Despereaux, Roscuro, and Mig each want right now?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explain different characters' perspectives. Each character sees the same events through their own eyes, wants, and fears.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of them looked back, and no one stopped them at the door.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is an object pronoun — it receives the action instead of doing it. The sentence starts with a capital N, takes a comma before and, and ends with a period.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of them stopped to think about what the princess might want or how she might feel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of them stopped to think about what the princess might want or how she might feel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of them stopped to think about what the princess might want or how she might feel.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MIS- MEANS WRONG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take = mistake — to take the wrong turn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count = miscount — to count wrong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Fill in the blank!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Hurting someone back for something they did to you.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ridiculous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silly or unreasonable that it is hard to take seriously.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formal meal for many guests.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part of a person — who they really are inside.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pronouns marked in each sentence — the little words standing in for names.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outlaws.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each sentence, which pronoun is doing something?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pronoun is having something done to it?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Swap the two pronouns around and read it aloud. What does your ear tell you?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pronouns marked in each sentence — the little words standing in for names.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outlaws.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pronoun does the action: I, he, she, it, we, they. An object pronoun receives it: me, him, her, it, us, them. Say the sentence aloud — your ear will usually catch the wrong one.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the subject doing the knowing; it is the object being known.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(King Phillip) is the subject doing the declaring; them (the rats) is the object receiving it. Swap them — Them declared he outlaws — and your ear rejects it at once.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his in the first sentence is a different kind of pronoun. It shows whose revenge, so it is not in either group this week.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gave the soup to Mig. → Cook gave the soup to ______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heard the music. → ______ heard the music.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rats frightened the mouse. → ______ frightened the mouse.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thanked Despereaux and Mig. → The king thanked ______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Swap the underlined words for the right pronoun. Two of them are doing the action; two are receiving it.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gave the soup to Mig. → Cook gave the soup to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heard the music. →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heard the music.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rats frightened the mouse. →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frightened the mouse.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thanked Despereaux and Mig. → The king thanked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PLURALS: -S, -ES, AND -IES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plurals just add -s. Words ending in a hissing sound ( s, x, ch, sh, z ) need -es so you can hear the extra beat: box → boxes. Consonant + y changes the y to i and adds -es: city → cities.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Cover, Write, Check! Three plurals that need -es, two that change the y, one that just takes -s. Look hard at the word, cover it with your hand, write it in your notebook, then tap to check every letter.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20–21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danced to the rhythm of the minstrels’ music, swaying back and forth, twinkling and beckoning. What better place to view all this glory, all this beauty?”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Mig and Roscuro set the plan in motion. What is each character hoping will happen?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Something complicates the plan in Chapter 21. What goes wrong, or almost goes wrong?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Draft: problem harder + helper appears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