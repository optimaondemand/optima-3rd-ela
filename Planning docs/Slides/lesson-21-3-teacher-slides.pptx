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21.3. Reading: Ch.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know that a story's theme is the BIG IDEA it wants you to take away. As you finish Chapter 20, ask: what is the most important thing this story is saying about people, change, and friendship?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"They're waiting for us at the gate," said Jemmy. 
Look for: Opening quotation mark; capital T; apostrophe in They're; comma inside the closing quote; capital J on Jemmy;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"They're waiting for us at the gate," said Jemmy. 
Look for: Opening quotation mark; capital T; apostrophe in They're; comma inside the closing quote; capital J on Jemmy;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The, into, in, the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The, into, in, the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or silent-e: spoken, stone, broken | Closed or r-controlled: farmer, kitten, corner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or silent-e: spoken, stone, broken | Closed or r-controlled: farmer, kitten, corner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21.3  ·  Ch. 20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feels betrayed. Write about a time you felt let down by a friend.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feels betrayed. Write about a time you felt let down by a friend.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read my writing out loud to check that it makes sense?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know that a story's theme is the BIG IDEA it wants you to take away. As you finish Chapter 20, ask: what is the most important thing this story is saying about people, change, and friendship?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know that a story's theme is the BIG IDEA it wants you to take away. As you finish Chapter 20, ask: what is the most important thing this story is saying about people, change, and friendship?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going back to the castle," said the prince.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waiting for us at the gate said jemmy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waiting for us at the gate said jemmy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"They're waiting for us at the gate," said Jemmy.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quotation mark; capital T; apostrophe in They're; comma inside the closing quote; capital J on Jemmy;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SPECT (DAY 3: USE)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respect — to admire; to treat with honor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expect — to look forward to; believe something will happen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inspect — to look carefully into something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unexpected — not planned for; surprising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dumfounded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PREPOSITIONAL PHRASES (DAY 3: USE)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boys stood the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were ushered into the throne room.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stood alone in the middle of the room.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end, both boys left through the golden doors.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PREPOSITIONAL PHRASES (DAY 3: USE)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boys stood the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were ushered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throne room.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stood alone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middle of the room.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end, both boys left through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golden doors.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REVIEW (DAY 3: ALL FOUR TYPES)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  ·   stone   ·   broken   ·   farmer   ·   kitten   ·   corner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Open or silent-e  |  Closed or r-controlled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REVIEW (DAY 3: ALL FOUR TYPES)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or silent-e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or r-controlled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prince announces the reward for the whipping boy. Jemmy feels betrayed at first — then he realizes he was wrong. What actually happened?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deal does the king make with Jemmy? Is it a fair deal? Why or why not?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