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21 Day 3. The Whipping Boy.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describe how it was BEFORE and AFTER, not just the after?.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model sentence aloud. Ask students: what do you notice about the punctuation and capitalization?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identify the correct answer before revealing. Use chat or cold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answers. Discuss WHY each answer is correct — what rule applies?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RWM: Read the mentor sentence. Discuss as a Reader (what happens?), Writer (what craft did the author use?), then Mimic (write your own).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8B45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👑  Week 21 · Day 3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269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Whipping Boy — Lesson 21.3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beginning, the prince treated Jemmy like he did not matter. By the end, everything has changed. Write about a relationship in YOUR life that has changed over time — maybe a friendship, a sibling relationship, or a neighbor.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beginning, the prince treated Jemmy like he did not matter. By the end, everything has changed. Write about a relationship in YOUR life that has changed over time — maybe a friendship, a sibling relationship, or a neighbor.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describe how it was BEFORE and AFTER, not just the after?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know that a story's theme is the BIG IDEA it wants you to take away. As you finish Chapter 20, ask: what is the most important thing this story is saying about people, change, and friendship?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letters around the dot in each word. Count: vowel, consonant, consonant, vowel. That's the VCCV pattern 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dot fall — before, between, or after the two consonants?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know that a story's theme is the BIG IDEA it wants you to take away. As you finish Chapter 20, ask: what is the most important thing this story is saying about people, change, and friendship?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"We're going back to the castle," said the prince.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they're waiting for us at the gate said jemmy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they're waiting for us at the gate said jemmy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16712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"They're waiting for us at the gate," said Jemmy.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" y="28346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310896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quotation mark; capital T; apostrophe in They're; comma inside the closing quote; capital J on Jemmy; period ends.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Root spect (Day 3: Use)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to admire; to treat with honor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pect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to look forward to; believe something will happen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to look carefully into something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not planned for; surprising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Examples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dumfounded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shocked that you cannot speak or think.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convict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prisoner being transported for a crime.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decree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official order given by a ruler.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promise to keep someone safe from harm.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Prepositional Phrases (Day 3: Use)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boys stood before the king 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were ushered into the throne room.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stood alone in the middle of the room.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end, both boys left through the golden doors.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Prepositional Phrases (Day 3: Use) — Answers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stood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king 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ushered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throne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stood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alone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94360" y="286207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end,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doors.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Syllable Review (Day 3: All four types)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spoken     stone     broken     farmer     kitten     corner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or r-controlled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or silent-e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Syllable Review (Day 3: All four types)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D269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D2691E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or r-controlled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spoken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stone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or silent-e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farmer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kitten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corner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Read: Ch. 20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letters around the dot in each word. Count: vowel, consonant, consonant, vowel. That's the VCCV pattern 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dot fall — before, between, or after the two consonants?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· Write · Mimic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91440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02412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 prince had expected to feel triumph. Instead, he felt a strange new thing: gratitude.”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16459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Craft focus: Instead as pivot; colon to name the unexpected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057400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21031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📖 Read like a Reader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story, the prince feels grateful — not victorious. What changed in him? Do you think he is a better person than he was at the start? What caused the change?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715768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761488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✏️ Read like a Writer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author uses  "Instead"  to pivot from expected to actual, then uses a colon to pause before naming the emotion:  gratitude . Why is it effective to save the name of the emotion for after the colon? What does that pause accomplish?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374136"/>
            <a:ext cx="8229600" cy="594360"/>
          </a:xfrm>
          <a:prstGeom prst="roundRect">
            <a:avLst>
              <a:gd name="adj" fmla="val 15385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419856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🖊️ 🖊️ Mimic</a:t>
            </a:r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own sentence using the same pattern as the author.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Writer’s Workshop: Week 21 · Revise &amp; Publish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