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9.4. Reading: Ch. 14–15.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step back and compare. After finishing a book within a book, a good reader asks: how has this character changed? And how does this story connect to the larger one?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Roscuro crawled back to the dungeon with a piece of light and a heart full of bitterness.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Roscuro crawled back to the dungeon with a piece of light and a heart full of bitterness.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A possessive noun shows that something belongs to someone. Add an apostrophe and s to a singular noun: the mouse’s tail. The apostrophe is what makes it possessive — without it, the word is just a plural.
Despereaux’s — the heart belongs to Despereaux.
Again the apostrophe shows belonging: the neck is 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A possessive noun shows that something belongs to someone. Add an apostrophe and s to a singular noun: the mouse’s tail. The apostrophe is what makes it possessive — without it, the word is just a plural.
Despereaux’s — the heart belongs to Despereaux.
Again the apostrophe shows belonging: the neck is 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Despereauxs, kings, mouse’s, rats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Despereauxs, kings, mouse’s, rats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Rule: When a word ends in a consonant + y, change the y to i before most endings: carry → carried. Two exceptions: keep the y before -ing (carrying), and change nothing when a vowel comes before the y (played).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🐭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Tale of Despereaux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9.4  ·  Ch. 14–15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Courage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hears a voice in the dark and cannot see who it belongs to. Write about a sound you have heard in the dark. What did you imagine it was?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hears a voice in the dark and cannot see who it belongs to. Write about a sound you have heard in the dark. What did you imagine it was?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read my writing out loud to check that it makes sense?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14–15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Roscuro changed since Chapter 8?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step back and compare. After finishing a book within a book, a good reader asks: how has this character changed? And how does this story connect to the larger one?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queen's soup spilled across the table when she fell out of her chair.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359152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queen’s has an apostrophe and an s because the soup belongs to one queen. The sentence starts with a capital letter and ends with a period.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roscuro crawled back to the dungeon with a piece of light and a heart full of bitterness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roscuro crawled back to the dungeon with a piece of light and a heart full of bitterness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Roscuro crawled back to the dungeon with a piece of light and a heart full of bitterness.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DIS-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dis- means not, or the opposite.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disappear = to stop being seen · dislike = to not like · disagree = to not agree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Dice Roll Challenge! Roll a word, then say out loud what it means and how the word part changed it. Tap to check yourself.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dark prison room, usually underground.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sacred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important and respected that it must never be broken.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darkness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absence of light.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speak very quietly, using breath instead of voice.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POSSESSIVE NOUNS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noun below has an apostrophe. Look at where it sits.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Despereaux’s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thudded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twice.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Despereaux’s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neck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5760" y="30083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255264"/>
            <a:ext cx="841248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does each of these phrases tell you about who owns what?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Is the apostrophe before the s or after it? Is it the same in both?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do you think decides which side it goes on?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POSSESSIVE NOUNS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noun below has an apostrophe. Look at where it sits.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Despereaux’s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thudded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twice.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Despereaux’s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neck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65760" y="3008376"/>
            <a:ext cx="8412480" cy="1837944"/>
          </a:xfrm>
          <a:prstGeom prst="roundRect">
            <a:avLst>
              <a:gd name="adj" fmla="val 497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" y="30723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PATTERN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3328416"/>
            <a:ext cx="801014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possessive noun shows that something belongs to someone. Add an apostrophe and s to a singular noun: the mouse’s tail. The apostrophe is what makes it possessive — without it, the word is just a plural.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Despereaux’s — the heart belongs to Despereaux.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 the apostrophe shows belonging: the neck is his.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POSSESSIVE NOUNS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Despereauxs ears were enormous.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kings soup was famous in the castle.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mouse’s ran down the hall.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rats whisker twitched in the dark.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Each sentence has exactly one mistake. This time nobody tells you what kind. Tap the word that is wrong.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POSSESSIVE NOUNS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Despereauxs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ears were enormous.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kings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soup was famous in the castle.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mouse’s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ran down the hall.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rats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whisker twitched in the dark.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Despereauxs → Despereaux’s. kings → king’s. rats → rat’s. All three are missing the apostrophe that shows belonging.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mouse’s → mice. That one means more than one, not belonging to — so it takes a plural, not an apostrophe.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TO I BEFORE SUFFIX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THE RULE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26464"/>
            <a:ext cx="7955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word ends in a consonant + y, change the y to i before most endings: carry → carried. Two exceptions: keep the y before -ing (carrying), and change nothing when a vowel comes before the y (played).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395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or I Dice! Roll a word, say it out loud, decide — then tap to check yourself.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14–15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COPYWORK — FROM THE NOVEL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 w="1905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47088"/>
            <a:ext cx="7955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 said these words because they were the best, the most powerful words that he knew and just the saying of them comforted him.”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27355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Gregory gives Roscuro something very important before the end. What is it, and why does it matter?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Roscuro makes a decision at the end of Book Two. What does he decide, and why?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your character and get ready to draft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2026-10-19T11:55:30Z</dcterms:created>
  <dcterms:modified xsi:type="dcterms:W3CDTF">2026-10-19T11:55:30Z</dcterms:modified>
</cp:coreProperties>
</file>