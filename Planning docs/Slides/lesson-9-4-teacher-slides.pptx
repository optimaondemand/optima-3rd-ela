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9.4. Reading: Ch. 14–15.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step back and compare . After finishing a book within a book, a good reader asks: how has this character changed? And how does this story connect to the larger one?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Roscuro crawled back to the dungeon with a piece of light and a heart full of bitterness.
Look for: Did you catch the proper noun (Roscuro), the pronoun (he), and the comma before "but"?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Roscuro crawled back to the dungeon with a piece of light and a heart full of bitterness.
Look for: Did you catch the proper noun (Roscuro), the pronoun (he), and the comma before "but"?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Antoinette's, king's, threadmaster's, Despereaux's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Antoinette's, king's, threadmaster's, Despereaux's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Kept the e: bravely, useless, careful, hopeful | Dropped the e: waved, named, staring, shining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Kept the e: bravely, useless, careful, hopeful | Dropped the e: waved, named, staring, shining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9.4  ·  Ch. 14–15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hears a voice in the dark and cannot see who it belongs to. Write about a sound you have heard in the dark. What did you imagine it was?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hears a voice in the dark and cannot see who it belongs to. Write about a sound you have heard in the dark. What did you imagine it was?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read my writing out loud to check that it makes sense?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14–15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has Roscuro changed since Chapter 8?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step back and compare . After finishing a book within a book, a good reader asks: how has this character changed? And how does this story connect to the larger one?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roscuro crawled back to the dungeon with a piece of light and a heart full of bitterness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he plotted his revenge in the dark but he was not entirely without hope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roscuro crawled back to the dungeon with a piece of light and a heart full of bitterness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he plotted his revenge in the dark but he was not entirely without hope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Roscuro crawled back to the dungeon with a piece of light and a heart full of bitterness.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 (Roscuro), the pronoun (he), and the comma before "but"?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-LESS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hopeless — base word: hope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fearless — base word: fear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endless — base word: end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useless — base word: use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dungeon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dark prison room, usually underground.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important and respected that it must never be broken.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darkness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 absence of light.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speak very quietly, using breath instead of voice.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 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Antoinette's children gathered around to stare.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king's music filled the room.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threadmaster's breath was in his ear.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Despereaux's heart thudded once, twice.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Find the possessive noun — the one with an apostrophe.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 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Antoinette's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children gathered around to stare.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king's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music filled the room.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threadmaster's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breath was in his ear.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Despereaux's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heart thudded once, twice.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DROPPING THE FINAL 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bravely   ·   useless   ·   careful   ·   hopeful   ·   waved   ·   named   ·   staring   ·   shining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Kept the e  |  Dropped the e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DROPPING THE FINAL 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the 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bravely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useless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careful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hopeful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the 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14–15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“He said these words because they were the best, the most powerful words that he knew and just the saying of them comforted him.”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Gregory gives Roscuro something very important before the end. What is it, and why does it matter?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Roscuro makes a decision at the end of Book Two. What does he decide, and why?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your character and get ready to draft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2026-09-08T13:30:00Z</dcterms:created>
  <dcterms:modified xsi:type="dcterms:W3CDTF">2026-09-08T13:30:00Z</dcterms:modified>
</cp:coreProperties>
</file>