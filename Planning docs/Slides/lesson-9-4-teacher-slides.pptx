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9.4. Reading: Ch. 14–15.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step back and compare . After finishing a book within a book, a good reader asks: how has this character changed? And how does this story connect to the larger 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crawled back to the dungeon with a piece of light and a heart full of bitterness.
Look for: Did you catch the proper noun (Roscuro), the pronoun (he),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crawled back to the dungeon with a piece of light and a heart full of bitterness.
Look for: Did you catch the proper noun (Roscuro), the pronoun (he),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9.4  ·  Ch. 14–15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a voice in the dark and cannot see who it belongs to. Write about a sound you have heard in the dark. What did you imagine it was?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a voice in the dark and cannot see who it belongs to. Write about a sound you have heard in the dark. What did you imagine it was?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14–15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since Chapter 8?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step back and compare . After finishing a book within a book, a good reader asks: how has this character changed? And how does this story connect to the larger one?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crawled back to the dungeon with a piece of light and a heart full of bitterness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plotted his revenge in the dark but he was not entirely without hope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crawled back to the dungeon with a piece of light and a heart full of bitterness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plotted his revenge in the dark but he was not entirely without hope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crawled back to the dungeon with a piece of light and a heart full of bitterness.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(Roscuro), the pronoun (he), and the comma before "but"?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word: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word: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   ·   useless   ·   careful   ·   hopeful   ·   waved   ·   named   ·   staring   ·   shining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Kept the e  |  Dropped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14–15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said these words because they were the best, the most powerful words that he knew and just the saying of them comforted him.”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Roscuro changed since Chapter 8?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Despereaux and Roscuro have in common?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you predict will happen when their paths cross?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your character and get ready to draft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