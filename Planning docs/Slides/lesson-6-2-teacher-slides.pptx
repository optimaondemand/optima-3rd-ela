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6.2. Reading: 📰 Read: How Does a Letter Travel?.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After the letters are sorted by ZIP code , they are loaded onto trucks , trains , or airplanes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After the letters are sorted by ZIP code , they are loaded onto trucks , trains , or airplanes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Stanley, California, A, Mississippi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Stanley, California, A, Mississippi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6.2  ·  📰 Read: How Does a Letter Travel?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letter or package you have received. Who was it from?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letter or package you have received. Who was it from?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 and place?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How Does a Letter Travel?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letter between the moment you drop it in a mailbox and the moment someone opens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letter reaches the right city, it goes to another post office.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they are loaded onto trucks trains or airplanes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letter reaches the right city, it goes to another post office.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they are loaded onto trucks trains or airplanes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, they are loaded onto trucks , trains , or airplanes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read = misread — to read wrong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lead = mislead — to lead someone in the wrong direction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what a place looks like from above.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rose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 showing directions on a map.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that helps measure real distances on a map.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that explains symbols on a map.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folded the letter and mailed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came from California last week.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mail carrier brings letters to every house.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Mississippi River runs south through many states.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folded the letter and mailed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came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last week.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mail carrier brings letters to every house.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Mississippi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River runs south through many states.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·   postcard   ·   landmark   ·   notebook   ·   compass   ·   envelope   ·   journey   ·   letter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Compound word  |  Not a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How Does a Letter Travel?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happens to a letter between the moment you drop it in a mailbox and the moment someone opens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text says the whole trip can take one day for nearby mail or a week for far-away mail. Why do you think distance makes such a big difference?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