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6 Day 2. Nonfiction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build up the strangeness step by step instead of jumping to the weirdest part?.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 Week 6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 Unit — Lesson 6.2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a mail carrier and today is the strangest day on your route. What weird or wonderful things happen as you deliver the mail? Start with: 'It started like a normal day, but then...'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a mail carrier and today is the strangest day on your route. What weird or wonderful things happen as you deliver the mail? Start with: 'It started like a normal day, but then...'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build up the strangeness step by step instead of jumping to the weirdest part?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a letter between the moment you drop it in a mailbox and the moment someone opens it?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the whole trip can take one day for nearby mail or a week for far-away mail. Why do you think distance makes such a big difference?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letter reaches the right city, it goes to another post office.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letters are sorted by zip code they are loaded onto trucks trains or airplanes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letters are sorted by zip code they are loaded onto trucks trains or airplanes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letters are sorted by ZIP code , they are loaded onto trucks , trains , or airplanes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mis- means wrong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misread → read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892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misplace → place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36829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misuse → use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43784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mislead → lead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935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that shows what a place looks like from above.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 rose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 showing directions on a map.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that helps measure real distances on a map.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box that explains symbols on a map.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     postcard     zipcode     doorstep     railroad     airport     daytime     somewhere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Compound words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76809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zipcode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doorstep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railroad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3931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3986784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somewhere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says the whole trip can take one day for nearby mail or a week for far-away mail. Why do you think distance makes such a big difference?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Reading-Writing Connection (RWM)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