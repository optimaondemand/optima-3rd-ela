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18.3. Reading: Ch.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notice how characters handle pressure. Watch Jemmy carefully in Chapter 5 — does he fight, trick, or stay silent?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Cutwater was a thin man, sharp as a knife blade, and he moved like a shadow. 
Look for: Capital C on Cutwater; commas around the description sharp as a knife blade; and connects the last clause;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Cutwater was a thin man, sharp as a knife blade, and he moved like a shadow. 
Look for: Capital C on Cutwater; commas around the description sharp as a knife blade; and connects the last clause;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demanded, so, but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demanded, so, but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syllable (divide between consonants): trumpet, lesson, harvest, cotton | Other pattern: frozen, publish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syllable (divide between consonants): trumpet, lesson, harvest, cotton | Other pattern: frozen, publish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18.3  ·  Ch.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refuses to cry. Write about a time you decided not to show how you felt.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refuses to cry. Write about a time you decided not to show how you felt.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how characters handle pressure. Watch Jemmy carefully in Chapter 5 — does he fight, trick, or stay silent? Why?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how characters handle pressure. Watch Jemmy carefully in Chapter 5 — does he fight, trick, or stay silent? Why?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was a big man, raw as a skinned ox, and he smelled like a ton of garlic.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cutwater was a thin man sharp as a knife blade and he moved like a shadow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cutwater was a thin man sharp as a knife blade and he moved like a shadow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Cutwater was a thin man, sharp as a knife blade, and he moved like a shadow.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 on Cutwater; commas around the description sharp as a knife blade; and connects the last clause;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OVER- (DAY 3: USE)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overruled — forced to obey someone with more power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overshadowed — blocked out or made less important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overcome — defeated or got past something hard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overwhelmed — hit by too much at once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ruffian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heir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 (DAY 3: USE IN WRITING)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wanted to run, Billy held his ear.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demanded gold, and Cutwater wanted jewels.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lantern swayed, so long shadows fell on the walls.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was famous, but not for anything good.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CONJUNCTIONS (DAY 3: USE IN WRITING)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wanted to run, Billy held his ear.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gold, and Cutwater wanted jewels.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lantern swayed,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 shadows fell on the walls.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was famous,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for anything good.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(DAY 3: APPLY)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trumpet   ·   lesson   ·   harvest   ·   cotton   ·   frozen   ·   publish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syllable (divide between consonants)  |  Other pattern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SYLLABLES (DAY 3: APPLY)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 (divide between consonants)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pattern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readers notice how characters handle pressure. Watch Jemmy carefully in Chapter 5 — does he fight, trick, or stay silent? Why?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does the dot fall — before, between, or after the two consonants?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