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18 Day 3.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think about more than one possible reason?.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18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18.3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never cries, no matter how many times Jemmy gets whipped for him. Why do you think the prince never cries? Write what you think is going on inside Prince Brat's head. Start with: 'I think Prince Brat never cries because...'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prince never cries, no matter how many times Jemmy gets whipped for him. Why do you think the prince never cries? Write what you think is going on inside Prince Brat's head. Start with: 'I think Prince Brat never cries because...'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think about more than one possible reason?</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notice how characters handle pressure. Watch Jemmy carefully in Chapter 5 — does he fight, trick, or stay silent? Why?</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notice how characters handle pressure. Watch Jemmy carefully in Chapter 5 — does he fight, trick, or stay silent? Why?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Billy was a big man, raw as a skinned ox, and he smelled like a ton of garlic.</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cutwater was a thin man sharp as a knife blade and he moved like a shadow</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cutwater was a thin man sharp as a knife blade and he moved like a shadow</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Cutwater was a thin man, sharp as a knife blade, and he moved like a shadow.</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C on Cutwater; commas around the description sharp as a knife blade; and connects the last clause;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over- (Day 3: Use)</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ruled</a:t>
            </a:r>
            <a:pPr indent="0" marL="0">
              <a:buNone/>
            </a:pPr>
            <a:r>
              <a:rPr lang="en-US" sz="1400" dirty="0">
                <a:solidFill>
                  <a:srgbClr val="64748B"/>
                </a:solidFill>
                <a:latin typeface="Calibri" pitchFamily="34" charset="0"/>
                <a:ea typeface="Calibri" pitchFamily="34" charset="-122"/>
                <a:cs typeface="Calibri" pitchFamily="34" charset="-120"/>
              </a:rPr>
              <a:t>  ·  — forced to obey someone with more power</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shadowed</a:t>
            </a:r>
            <a:pPr indent="0" marL="0">
              <a:buNone/>
            </a:pPr>
            <a:r>
              <a:rPr lang="en-US" sz="1400" dirty="0">
                <a:solidFill>
                  <a:srgbClr val="64748B"/>
                </a:solidFill>
                <a:latin typeface="Calibri" pitchFamily="34" charset="0"/>
                <a:ea typeface="Calibri" pitchFamily="34" charset="-122"/>
                <a:cs typeface="Calibri" pitchFamily="34" charset="-120"/>
              </a:rPr>
              <a:t>  ·  — blocked out or made less important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come</a:t>
            </a:r>
            <a:pPr indent="0" marL="0">
              <a:buNone/>
            </a:pPr>
            <a:r>
              <a:rPr lang="en-US" sz="1400" dirty="0">
                <a:solidFill>
                  <a:srgbClr val="64748B"/>
                </a:solidFill>
                <a:latin typeface="Calibri" pitchFamily="34" charset="0"/>
                <a:ea typeface="Calibri" pitchFamily="34" charset="-122"/>
                <a:cs typeface="Calibri" pitchFamily="34" charset="-120"/>
              </a:rPr>
              <a:t>  ·  — defeated or got past something hard</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whelmed</a:t>
            </a:r>
            <a:pPr indent="0" marL="0">
              <a:buNone/>
            </a:pPr>
            <a:r>
              <a:rPr lang="en-US" sz="1400" dirty="0">
                <a:solidFill>
                  <a:srgbClr val="64748B"/>
                </a:solidFill>
                <a:latin typeface="Calibri" pitchFamily="34" charset="0"/>
                <a:ea typeface="Calibri" pitchFamily="34" charset="-122"/>
                <a:cs typeface="Calibri" pitchFamily="34" charset="-120"/>
              </a:rPr>
              <a:t>  ·  — hit by too much at once</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ruffian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rough, violent person; a bully or criminal.</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exploit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bold, daring act — often sung about by ballad sellers.</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heir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The person who will inherit a throne or title.</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ransom</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Money paid or demanded to free a prisoner.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(Day 3: Use in writing)</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wanted to run, but Billy held his ear.</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demanded gold, and Cutwater wanted jewels.</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lantern swayed, so long shadows fell on the walls.</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was famous, but not for anything good.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(Day 3: Use in writing)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wanted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run,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ear.</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demanded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gold,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Cutwater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wanted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jewels.</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lantern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swayed,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long</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shadows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fell</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walls.</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famous,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for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anything</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good.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3: Apply)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trumpet     lesson     harvest     cotton     frozen     publish</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syllable (divide between consonants)</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Other pattern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3: Apply)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syllable (divide between consonants)</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trumpet</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lesson</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harvest</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cotton</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Other pattern</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frozen</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publish</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5</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could outrun anyone in the castle. He'd had to.”</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short follow-up sentence that reveals character</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Jemmy is fast, and then the author explains why in just three words:  "He'd had to."  What does that short sentence tell you about Jemmy's life? What does it make you wonder about his past?</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second sentence —  "He'd had to"  — is only three words. It has no description, no explanation. But it carries enormous weight. What information does it hide, and what does it leave for us to imagine? Why is a short sentence sometimes stronger than a long one?</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18 · Choose a Claim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