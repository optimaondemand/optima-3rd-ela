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16.1. Reading: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compare characters' perspectives . Two characters can experience the same event very differently.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Both Despereaux and Roscuro wanted something very badly and were willing to do almost anything to get it.
Look for: Did you catch the proper nouns (Despereaux, Roscuro), the comma before "but,"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Both Despereaux and Roscuro wanted something very badly and were willing to do almost anything to get it.
Look for: Did you catch the proper nouns (Despereaux, Roscuro), the comma before "but,"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soup,, said,, Garlic,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soup,, said,, Garlic,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snapped, stopped | Dropped the e: staring | y → i: carried | Plural ending: dishes, stories | Soft c or g: prince, gentle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snapped, stopped | Dropped the e: staring | y → i: carried | Plural ending: dishes, stories | Soft c or g: prince, gentle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16.1  ·  Comparison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and Roscuro both go looking for light. Write about which of them you understand better, and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and Roscuro both go looking for light. Write about which of them you understand better, and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Despereaux believe about the world?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compare characters' perspectives . Two characters can experience the same event very differently.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both despereaux and roscuro wanted something very badly and were willing to do almost anything to get it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wanted love and roscuro wanted light but neither of them understood the cost at the beginning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both despereaux and roscuro wanted something very badly and were willing to do almost anything to get it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wanted love and roscuro wanted light but neither of them understood the cost at the beginning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Both Despereaux and Roscuro wanted something very badly and were willing to do almost anything to get it.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(Despereaux, Roscuro), the comma before "but,"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word: fear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celebration — base word: celebrate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kindness — base word: kind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word: agree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hit or blow, usually with an open hand.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willing to face something frightening.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 way; with joy.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DIALOGUE AND COMMAS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soup, bread, and a candle.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 chicken, and watercress went into the pot.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Explain one comma rule you used this unit, with an example.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DIALOGUE AND COMMAS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bread, and a candle.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chicken, and watercress went into the pot.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   ·   stopped   ·   staring   ·   carried   ·   dishes   ·   stories   ·   prince   ·   gentle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 |  Dropped the e  |  y → i  |  Plural ending  |  Soft c or 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93976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2139696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93976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85416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76472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3822192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76472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67912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58968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5504688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ending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58968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0408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41464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87184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or 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41464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32904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Furlough saw was Despereaux Tilling sitting at the foot of the king. What Furlough saw was the princess touching the top of his brother’s head.”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Both characters want something badly. What does each one want, and how are their wants similar?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Both characters are rejected by their own communities. How are their experiences of rejection similar?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Despereaux and Roscuro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