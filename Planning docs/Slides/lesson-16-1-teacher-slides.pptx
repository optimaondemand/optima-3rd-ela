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16.1. Reading: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compare characters' perspectives. Two characters can experience the same event very differently.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Both Despereaux and Roscuro wanted something very badly and were willing to do almost anything to get it.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Both Despereaux and Roscuro wanted something very badly and were willing to do almost anything to get it. 
Look for: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The second half of the unit: quotation marks and the comma that goes inside them, and commas separating items in a list.
The comma is inside the quotation marks.
Commas in a series, with and before the last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talk through the questions before revealing the pattern.
The second half of the unit: quotation marks and the comma that goes inside them, and commas separating items in a list.
The comma is inside the quotation marks.
Commas in a series, with and before the last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1: “I am hungry,” said Mig., Cook said, “Eat.”, “Go,” whispered the prince., The king said, “No.” | Group 2: soup, bread, and pudding, red, gold, and green, Mig, Roscuro, and the rat, ran, hid, and waited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1: “I am hungry,” said Mig., Cook said, “Eat.”, “Go,” whispered the prince., The king said, “No.” | Group 2: soup, bread, and pudding, red, gold, and green, Mig, Roscuro, and the rat, ran, hid, and waited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 syllable: robin, cotton, kitten | Open syllable: table, broken, open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Closed syllable: robin, cotton, kitten | Open syllable: table, broken, open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1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🐭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Tale of Despereaux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16.1  ·  Comparison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Courage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and Roscuro both go looking for light. Write about which of them you understand better, and why.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Despereaux and Roscuro both go looking for light. Write about which of them you understand better, and why.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for every name?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Despereaux believe about the world?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compare characters' perspectives. Two characters can experience the same event very differently.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mouse and the rat wanted light, and neither one was willing to wait.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 comes before and because it joins two complete sentences. The sentence starts with a capital letter and ends with a period.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despereaux and roscuro wanted something very badly and were willing to do almost anything to get it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despereaux and roscuro wanted something very badly and were willing to do almost anything to get it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Despereaux and Roscuro wanted something very badly and were willing to do almost anything to get it.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-EST MEANS MOST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darkest — most dark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wildest — most wild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strangest — most strange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boldest — most bold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disappointment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or thing that lets you down; not what you hoped for.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clout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hit or blow, usually with an open hand.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braver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willing to face something frightening.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happily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happy way; with joy.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DIALOGUE AND COMMAS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quotation marks and the commas together.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“Straight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him,”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spoons,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bowls,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" y="300837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255264"/>
            <a:ext cx="841248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marks show that someone is speaking?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Which mark separates a list, and which separates speech from speaker?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Can one sentence need both jobs at once? Look for one.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What do you notice?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DIALOGUE AND COMMAS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quotation marks and the commas together.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591056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“Straight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him,”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2340864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spoons,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bowls,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65760" y="3008376"/>
            <a:ext cx="8412480" cy="1837944"/>
          </a:xfrm>
          <a:prstGeom prst="roundRect">
            <a:avLst>
              <a:gd name="adj" fmla="val 4975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7238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PATTERN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328416"/>
            <a:ext cx="801014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half of the unit: quotation marks and the comma that goes inside them, and commas separating items in a list.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 is inside the quotation marks.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Commas in a series, with and before the last item.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DIALOGUE AND COMMAS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79576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hungry,” said Mig.    ·    The king said, “No.”    ·    Mig, Roscuro, and the rat    ·    Cook said, “Eat.”    ·    soup, bread, and pudding    ·    ran, hid, and waited    ·    “Go,” whispered the prince.    ·    red, gold, and green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Sort these eight into the two columns. The columns are blank on purpose — sort first, then work out what the split is. Both columns are full of commas — the question is what each comma is doing.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 — Your 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DIALOGUE AND COMMAS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C7922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064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64208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am hungry,” said Mig.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said, “Eat.”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“Go,” whispered the prince.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said, “No.”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17720" y="105156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C7922C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064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17720" y="1572768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664208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soup, bread, and pudding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red, gold, and green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Mig, Roscuro, and the rat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ran, hid, and waited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37033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name the split: what does every word in each group have in common?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SYLLABLE TYPES: CLOSED, OPEN, SILENT-E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   ·   cotton   ·   kitten   ·   table   ·   broken   ·   open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Closed syllable  |  Open syllable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SYLLABLE TYPES: CLOSED, OPEN, SILENT-E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syllable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kitten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syllable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COPYWORK — FROM THE NOVEL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F0E8FF"/>
          </a:solidFill>
          <a:ln w="19050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47088"/>
            <a:ext cx="795528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Furlough saw was Despereaux Tilling sitting at the foot of the king. What Furlough saw was the princess touching the top of his brother’s head.”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27355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Both characters want something badly. What does each one want, and how are their wants similar?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Both characters are rejected by their own communities. How are their experiences of rejection similar?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Despereaux and Roscuro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2026-10-19T11:55:31Z</dcterms:created>
  <dcterms:modified xsi:type="dcterms:W3CDTF">2026-10-19T11:55:31Z</dcterms:modified>
</cp:coreProperties>
</file>