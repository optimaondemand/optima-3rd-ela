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16 Day 1.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describe what makes the place feel like belonging, not just name the place?.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16 · Day 1</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16.1</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Think about the three main characters: a mouse, a rat, and a girl. They are completely different, but they all want to belong somewhere. Write about a place where YOU feel like you belong. What makes it feel that way?</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Think about the three main characters: a mouse, a rat, and a girl. They are completely different, but they all want to belong somewhere. Write about a place where YOU feel like you belong. What makes it feel that way?</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describe what makes the place feel like belonging, not just name the place?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does Despereaux believe about the world?</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does Roscuro believe?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do their different beliefs lead to different choices?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compare characters' perspectives . Two characters can experience the same event very differently.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both despereaux and roscuro wanted something very badly and were willing to do almost anything to get it</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despereaux wanted love and roscuro wanted light but neither of them understood the cost at the beginning</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both despereaux and roscuro wanted something very badly and were willing to do almost anything to get it</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despereaux wanted love and roscuro wanted light but neither of them understood the cost at the beginning</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Both Despereaux and Roscuro wanted something very badly and were willing to do almost anything to get it.</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Despereaux wanted love and Roscuro wanted light , but neither of them understood the cost at the beginning.</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nouns (Despereaux, Roscuro), the comma before "but," and capital letters?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does Roscuro believe?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do their different beliefs lead to different choices?</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They were both small. They were both born at the wrong time, in the wrong place, for the wrong reasons. And they both, in the end, wanted more than the world they had been given.</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