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18.4. Reading: Ch. 1–5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step back and think about the whole section. Who suffers more? Does either character deserve sympathy?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king crossed his arms and muttered, "Disgusting." 
Look for: Capital T on The; comma after muttered; opening quotation mark; capital D on Disgusting; period inside the closing quotation 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king crossed his arms and muttered, "Disgusting." 
Look for: Capital T on The; comma after muttered; opening quotation mark; capital D on Disgusting; period inside the closing quotation 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and, but, so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and, but, so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Closed 1st syllable: supper, kitten, muffin | Other: valley, timber, river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Closed 1st syllable: supper, kitten, muffin | Other: valley, timber, river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0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👑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Whipping Boy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18.4  ·  Ch. 1–5 Review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Perseverance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could say one thing to Prince Brat, what would it be? Write it as if he were listening.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could say one thing to Prince Brat, what would it be? Write it as if he were listening.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put quotation marks around the words a person said?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1–5 Review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step back and think about the whole section. Who suffers more? Does either character deserve sympathy?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step back and think about the whole section. Who suffers more? Does either character deserve sympathy?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MODEL — STUDY WHAT IS RIGHT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E5F7FC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folded his arms and said, "Boring."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crossed his arms and muttered disgusting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crossed his arms and muttered disgusting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The king crossed his arms and muttered, "Disgusting."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 on The; comma after muttered; opening quotation mark; capital D on Disgusting; period inside the closing quotation mark.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OVER- (DAY 4: EXPLAIN)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overpowered — controlled by too much force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overlooked — missed something important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overcome — defeated something difficult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overwhelmed — hit by too much at once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contrite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astonishment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ruffian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exasperation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CONJUNCTIONS (DAY 4: REVIEW + WRITE)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was furious, he ordered twenty whacks.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bit his lip, and not a sound escaped.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laughed, but Jemmy felt no joy.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fog came in, so the boys were lost.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the word that fits the rule.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CONJUNCTIONS (DAY 4: REVIEW + WRITE)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was furious, he ordered twenty whacks.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bit his lip,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not a sound escaped.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laughed,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Jemmy felt no joy.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fog came in,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boys were lost.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SYLLABLES (DAY 4: REVIEW + EXPLAIN)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supper   ·   kitten   ·   muffin   ·   valley   ·   timber   ·   river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Closed 1st syllable  |  Other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SYLLABLES (DAY 4: REVIEW + EXPLAIN)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1st syllable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kitten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muffin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valley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timber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river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1–5 Review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Good readers step back and think about the whole section. Who suffers more? Does either character deserve sympathy?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Choose one of the three haiku. In your journal, write the one picture it puts in your head — just the picture, no explaining.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Look at the letters around the dot in each word. Count: vowel, consonant, consonant, vowel. That's the VCCV pattern 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