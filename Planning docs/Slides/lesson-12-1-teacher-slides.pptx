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12.1. Reading: Ch. 31–32.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setting . Places shape what characters feel and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sat in the dungeon and thought about what Despereaux must be doing right now.
Look for: Did you catch the proper nouns (Princess Pea, Despereaux), the pronoun (she),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sat in the dungeon and thought about what Despereaux must be doing right now.
Look for: Did you catch the proper nouns (Princess Pea, Despereaux), the pronoun (she),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said,, hungry,”, said,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said,, hungry,”, said,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mice, spoons, rats, candles | Possessive (belongs to): mice's, mouse's, king's, princess's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mice, spoons, rats, candles | Possessive (belongs to): mice's, mouse's, king's, princess's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12.1  ·  Ch. 31–32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not afraid of the dungeon because she cannot hear it. Write about something that used to scare you but does not anymore.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not afraid of the dungeon because she cannot hear it. Write about something that used to scare you but does not anymore.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31–32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sat in the dungeon and thought about what despereaux must be doing right now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could hear a mouse scratching somewhere on the other side of the heavy stone door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sat in the dungeon and thought about what despereaux must be doing right now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could hear a mouse scratching somewhere on the other side of the heavy stone door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sat in the dungeon and thought about what Despereaux must be doing right now.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(Princess Pea, Despereaux), the pronoun (she),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slowly — base word: slow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quietly — base word: quiet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quickly — base word: quick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foolish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or unwise; showing poor judgment.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guards prisoners in a jail or dungeon.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forward, especially toward someone.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said, “I want to be a princess.”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hungry,” the prince said.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 you are smelling.”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comma that separates the speech from the speaker.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“I want to be a princess.”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hungry,”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prince said.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 you are smelling.”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   ·   spoons   ·   rats   ·   candles   ·   mice's   ·   mouse's   ·   king's   ·   princess's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Plural (more than one)  |  Possessive (belongs to)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(belongs to)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princess's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31–32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“There was the snail-like slither of water oozing down the walls and from around a darkened corner there came the low moan of someone in pain.”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the dungeon do to the characters inside 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the castle above compare to the dungeon below?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sensory details make each setting feel real?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your setting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