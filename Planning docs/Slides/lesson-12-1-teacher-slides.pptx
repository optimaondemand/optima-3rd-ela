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12 Day 1.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the mood shift, not just the darkness?.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12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12.1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dungeon is changing the characters who enter it. Darkness can change how you think and feel. Write about a time you were in a really dark or gloomy place (a power outage, a rainstorm, a dark room). How did the darkness change your mood?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dungeon is changing the characters who enter it. Darkness can change how you think and feel. Write about a time you were in a really dark or gloomy place (a power outage, a rainstorm, a dark room). How did the darkness change your mood?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the mood shift, not just the darkness?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castle above compare to the dungeon below?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sensory details make each setting feel real?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could hear a mouse scratching somewhere on the other side of the heavy stone door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could hear a mouse scratching somewhere on the other side of the heavy stone door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could hear a mouse scratching somewhere on the other side of the heavy stone door.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Despereaux), the pronoun (she),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31–32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castle above compare to the dungeon below?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sensory details make each setting feel real?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dungeon was cold and dark and smelled of things long forgotten. Despereaux moved through it with his needle in front of him like a tiny, flickering torch.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