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10.4. Reading: Ch. 22–23.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explain different characters' perspectives. Each character sees the same events through their own eyes, wants, and fears.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The Princess Pea did not weep because she was too surprised, too angry, and too brave.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The Princess Pea did not weep because she was too surprised, too angry, and too brave.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subject pronoun does the action: I, he, she, it, we, they. An object pronoun receives it: me, him, her, it, us, them. Say the sentence aloud — your ear will usually catch the wrong one.
she is the subject doing the knowing; it is the object being known.
He (King Phillip) is the subject doing the declaring; them (the rats) is the object receiving it. Swap them — Them declared he outlaws — and your ear rejects it at once.
The word his in the first sentence is a different kind of pronoun. It shows whose revenge, so it is not in either group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A subject pronoun does the action: I, he, she, it, we, they. An object pronoun receives it: me, him, her, it, us, them. Say the sentence aloud — your ear will usually catch the wrong one.
she is the subject doing the knowing; it is the object being known.
He (King Phillip) is the subject doing the declaring; them (the rats) is the object receiving it. Swap them — Them declared he outlaws — and your ear rejects it at once.
The word his in the first sentence is a different kind of pronoun. It shows whose revenge, so it is not in either group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Her, I., Him, she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Her, I., Him, she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Rule: Most plurals just add -s. Words ending in a hissing sound ( s, x, ch, sh, z ) need -es so you can hear the extra beat: box → boxes. Consonant + y changes the y to i and adds -es: city → cities.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10.4  ·  Ch. 22–23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action changes everything for Roscuro. Write about a small thing that once changed a whole day for you.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action changes everything for Roscuro. Write about a small thing that once changed a whole day for you.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22–23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Despereaux, Roscuro, and Mig each want right now?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explain different characters' perspectives. Each character sees the same events through their own eyes, wants, and fears.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Princess Pea was tired, hungry, and cold, but she did not complain.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Princess Pea is a name, so both words are capitalized. Commas separate the three describing words, with and before the last. She is a subject pronoun. A period ends the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princess pea did not weep because she was too surprised and too angry and too brave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princess pea did not weep because she was too surprised and too angry and too brave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Princess Pea did not weep because she was too surprised, too angry, and too brave.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MIS- MEANS WRONG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prefix review — mis- + lead = mislead (wrong direction)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mis- + fortune = misfortune — bad or wrong luck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base!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revenge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Hurting someone back for something they did to you.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ridiculous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silly or unreasonable that it is hard to take seriously.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formal meal for many guests.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part of a person — who they really are inside.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pronouns marked in each sentence — the little words standing in for names.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revenge.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outlaws.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each sentence, which pronoun is doing something?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pronoun is having something done to it?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Swap the two pronouns around and read it aloud. What does your ear tell you?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pronouns marked in each sentence — the little words standing in for names.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revenge.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b="1" u="sng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outlaws.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 pronoun does the action: I, he, she, it, we, they. An object pronoun receives it: me, him, her, it, us, them. Say the sentence aloud — your ear will usually catch the wrong one.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the subject doing the knowing; it is the object being known.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(King Phillip) is the subject doing the declaring; them (the rats) is the object receiving it. Swap them — Them declared he outlaws — and your ear rejects it at once.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his in the first sentence is a different kind of pronoun. It shows whose revenge, so it is not in either group this week.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and Mig went down to the kitchen.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thanked Despereaux and 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 and the rat argued for hours.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handed the spoon to she and Mig.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Each sentence has exactly one mistake. This time nobody tells you what kind. Tap the word that is wrong.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OBJECT PRONOUNS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Mig went down to the kitchen.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thanked Despereaux and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rat argued for hours.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handed the spoon to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Mig.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→ She, and Him → He. Those pronouns are doing the going and the arguing, so they have to be the doing kind.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→ me, and she → her. Those two are receiving.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take the other person out. “The king thanked I” sounds wrong straight away.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PLURALS: -S, -ES, AND -IES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THE RULE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26464"/>
            <a:ext cx="7955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plurals just add -s. Words ending in a hissing sound ( s, x, ch, sh, z ) need -es so you can hear the extra beat: box → boxes. Consonant + y changes the y to i and adds -es: city → cities.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Dice! Roll a word, say it out loud, decide — then tap to check yourself.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22–23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 see, can’t you, how everything is related to everything else? You can see, quite clearly, how every action has a consequence.”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princess is taken to the dungeon. How does she react? What does her reaction tell us about who she is?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Roscuro finally has the princess in the dungeon. Is it what he expected? Why or why not?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your ending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2026-10-19T11:55:30Z</dcterms:created>
  <dcterms:modified xsi:type="dcterms:W3CDTF">2026-10-19T11:55:30Z</dcterms:modified>
</cp:coreProperties>
</file>