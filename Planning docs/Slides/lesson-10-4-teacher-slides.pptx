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10.4. Reading: Ch. 22–23.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explain different characters' perspectives . Each character sees the same events through their own eyes, wants, and fears.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Miggery Sow brought the princess down the stairs and into the cold dark dungeon below the castle.
Look for: Did you catch the proper nouns (Miggery Sow, Princess Pea), the commas in the series,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Miggery Sow brought the princess down the stairs and into the cold dark dungeon below the castle.
Look for: Did you catch the proper nouns (Miggery Sow, Princess Pea), the commas in the series,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him, They, it, She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him, They, it, She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 stayed y: enjoyed, obeyed, stayed, played | y became i: emptied, carried, cried, hurried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 stayed y: enjoyed, obeyed, stayed, played | y became i: emptied, carried, cried, hurried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10.4  ·  Ch. 22–23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small action changes everything for Roscuro. Write about a small thing that once changed a whole day for you.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small action changes everything for Roscuro. Write about a small thing that once changed a whole day for you.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the right punctuation mark?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22–23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Despereaux, Roscuro, and Mig each want right now?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explain different characters' perspectives . Each character sees the same events through their own eyes, wants, and fears.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brought the princess down the stairs and into the cold dark dungeon below the castle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princess pea did not weep because she was too surprised and too angry and too brave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brought the princess down the stairs and into the cold dark dungeon below the castle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princess pea did not weep because she was too surprised and too angry and too brave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brought the princess down the stairs and into the cold dark dungeon below the castle.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(Miggery Sow, Princess Pea), the commas in the series, and capital letters?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DIS-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disappear — base word: appear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dislike — base word: like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disagree — base word: agree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disobey — base word: obey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revenge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Hurting someone back for something they did to you.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silly or unreasonable that it is hard to take seriously.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large, formal meal for many guests.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deepest part of a person — who they really are inside.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AND OBJECT PRONOUNS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smelled him before he saw them.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lived in the darkness below the castle.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pointed her finger right at Roscuro.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subject pronoun — the one doing the action.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AND OBJECT PRONOUNS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smelled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he saw them.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lived in the darkness below the castle.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 high.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pointed her finger right at Roscuro.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Y TO 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enjoyed   ·   obeyed   ·   stayed   ·   played   ·   emptied   ·   carried   ·   cried   ·   hurried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y stayed y  |  y became i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Y TO 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stayed 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enjoyed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obeyed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became i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emptied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hurried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22–23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can see, can’t you, how everything is related to everything else? You can see, quite clearly, how every action has a consequence.”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princess is taken to the dungeon. How does she react? What does her reaction tell us about who she is?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Roscuro finally has the princess in the dungeon. Is it what he expected? Why or why not?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your ending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