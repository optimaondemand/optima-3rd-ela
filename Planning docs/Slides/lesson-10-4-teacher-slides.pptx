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10 Day 4.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why it matters, not just what I want?.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10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10.4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So far we have met three characters: Despereaux, Roscuro, and Mig. They are all very different, but they all want something badly. What do YOU want badly? Why does it matter to you?</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So far we have met three characters: Despereaux, Roscuro, and Mig. They are all very different, but they all want something badly. What do YOU want badly? Why does it matter to you?</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why it matters, not just what I want?</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 Despereaux, Roscuro, and Mig each want right now?</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might their wants collide?</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Which character do you feel most sympathy for, and why?</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explain different characters' perspectives . Each character sees the same events through their own eyes, wants, and fears.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miggery sow brought the princess down the stairs and into the cold dark dungeon below the castle</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the princess pea did not weep because she was too surprised and too angry and too brave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miggery sow brought the princess down the stairs and into the cold dark dungeon below the castle</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the princess pea did not weep because she was too surprised and too angry and too brave</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Miggery Sow brought the princess down the stairs and into the cold dark dungeon below the castle.</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The Princess Pea did not weep because she was too surprised , too angry , and too brave.</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proper nouns (Miggery Sow, Princess Pea), the commas in the series, and capital letters?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longing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deep wish or desire for something you do not have.</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despair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complete hopelessness; giving up on something getting better.</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concentration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Focused attention on something; thinking about only one thing.</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22–23</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might their wants collide?</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Which character do you feel most sympathy for, and why?</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He had the princess. He had his revenge. And yet — standing there in the dungeon — he felt as if he had lost something. He did not know what.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“And there, in the dungeon, the princess waited.”</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short sentence after action; character placed at the end</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princess has been brought to the dungeon. This short sentence follows pages of action. How does the short sentence make you feel about where she is? What emotions does it bring up?</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This sentence is very short — nine words. The character (the princess) comes at the  very end . Try it the other way:  "The princess waited there, in the dungeon."  What's different? What does starting with  "And there"  do?</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