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10.4. Reading: Ch. 22–23.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explain different characters' perspectives . Each character sees the same events through their own eyes, wants, and fears.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brought the princess down the stairs and into the cold dark dungeon below the castle.
Look for: Did you catch the proper nouns (Miggery Sow, Princess Pea), the commas in the series,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brought the princess down the stairs and into the cold dark dungeon below the castle.
Look for: Did you catch the proper nouns (Miggery Sow, Princess Pea), the commas in the series,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him, They, it, She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him, They, it, She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stayed y: enjoyed, obeyed, stayed, played | y became i: emptied, carried,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stayed y: enjoyed, obeyed, stayed, played | y became i: emptied, carried,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10.4  ·  Ch. 22–23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action changes everything for Roscuro. Write about a small thing that once changed a whole day for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action changes everything for Roscuro. Write about a small thing that once changed a whole day for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22–23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Despereaux, Roscuro, and Mig each want right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explain different characters' perspectives . Each character sees the same events through their own eyes, wants, and fears.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brought the princess down the stairs and into the cold dark dungeon below the castle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pea did not weep because she was too surprised and too angry and too brave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brought the princess down the stairs and into the cold dark dungeon below the castle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pea did not weep because she was too surprised and too angry and too brave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brought the princess down the stairs and into the cold dark dungeon below the castle.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(Miggery Sow, Princess Pea), the commas in the series,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disappear — base word: appear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dislike — base word: like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word: agree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disobey — base word: obey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revenge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Hurting someone back for something they did to you.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silly or unreasonable that it is hard to take seriously.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formal meal for many guests.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him before he saw them.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lived in the darkness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right at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subject pronoun — the one doing the action.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he saw them.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lived in the darkness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right at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   ·   obeyed   ·   stayed   ·   played   ·   emptied   ·   carried   ·   cried   ·   hurried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y stayed y  |  y became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stayed 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became 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22–23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can see, can’t you, how everything is related to everything else? You can see, quite clearly, how every action has a consequence.”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 Despereaux, Roscuro, and Mig each want right now?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might their wants collide?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Which character do you feel most sympathy for, and why?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ending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