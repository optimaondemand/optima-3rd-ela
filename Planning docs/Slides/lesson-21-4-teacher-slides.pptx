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21.4. Reading: Ch. 16–20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think about the whole book. Now that you have read all 20 chapters, ask: what was this story really about? What did we learn from watching these two characters together?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"You kept me safe through all of it," the prince murmured. 
Look for: Opening quotation mark; capital Y on You; comma inside the closing quote; lowercase the;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"You kept me safe through all of it," the prince murmured. 
Look for: Opening quotation mark; capital Y on You; comma inside the closing quote; lowercase the;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the, toward, Outside,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the, toward, Outside,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or r-controlled: purple, rabbit, corner | Open or silent-e: broken, fire, tiger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or r-controlled: purple, rabbit, corner | Open or silent-e: broken, fire, tiger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21.4  ·  Ch. 16–20 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winks at Jemmy. Write about a moment when you and someone else understood each other without words.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winks at Jemmy. Write about a moment when you and someone else understood each other without words.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16–20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think about the whole book. Now that you have read all 20 chapters, ask: what was this story really about? What did we learn from watching these two characters together?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think about the whole book. Now that you have read all 20 chapters, ask: what was this story really about? What did we learn from watching these two characters together?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got me off without so much as a single whack," Jemmy whispered.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kept me safe through all of it the prince murmured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kept me safe through all of it the prince murmured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"You kept me safe through all of it," the prince murmured.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Y on You; comma inside the closing quote; lowercase the;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SPECT (DAY 4: EXPLAIN)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respect — to regard highly; to admire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spectator — one who watches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unexpected — not predicted; surprising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expect — to look forward to; to believe something will come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wink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nobly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pluck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befuddled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PREPOSITIONAL PHRASES (DAY 4: REVIEW + WRITE)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whispered the on the way out.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retreated toward the golden doors together.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castle, the sun was bright and warm.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felt a sparkle rise in his eyes at last.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PREPOSITIONAL PHRASES (DAY 4: REVIEW + WRITE)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whispered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way out.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retreated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golden doors together.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castle, the sun was bright and warm.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felt a sparkle rise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eyes at last.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SYLLABLE REVIEW (DAY 4: FULL SPIRAL REVIEW)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  ·   rabbit   ·   corner   ·   broken   ·   fire   ·   tiger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Closed or r-controlled  |  Open or silent-e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SYLLABLE REVIEW (DAY 4: FULL SPIRAL REVIEW)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or r-controlled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silent-e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16–20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Good readers think about the whole book. Now that you have read all 20 chapters, ask: what was this story really about? What did we learn from watching these two characters together?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sea “crawls” far below the eagle. What does that one word tell you about how high up he is?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