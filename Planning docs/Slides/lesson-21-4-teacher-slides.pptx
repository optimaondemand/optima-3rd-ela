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21 Day 4. The Whipping Boy.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use evidence from the story to support my prediction?.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B4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  Week 21 · Day 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 — Lesson 21.4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ends with Jemmy and the prince as friends. Do you think their friendship will last? Why or why not? Start with: 'I think Jemmy and the prince will / will not stay friends because...'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ends with Jemmy and the prince as friends. Do you think their friendship will last? Why or why not? Start with: 'I think Jemmy and the prince will / will not stay friends because...'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evidence from the story to support my prediction?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think about the whole book. Now that you have read all 20 chapters, ask: what was this story really about? What did we learn from watching these two characters together?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think about the whole book. Now that you have read all 20 chapters, ask: what was this story really about? What did we learn from watching these two characters together?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got me off without so much as a single whack," Jemmy whispered.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kept me safe through all of it the prince murmured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kept me safe through all of it the prince murmured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167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kept me safe through all of it," the prince murmured.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1089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mark; capital Y on You; comma inside the closing quote; lowercase the;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Root spect (Day 4: Explain)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regard highly; to admire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ator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one who watches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not predicted; surprising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look forward to; to believe something will come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wink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eye signal that shares a secret meaning.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brave, loyal, or honorable way.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pluck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 spirit and determination in a difficult situation.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befuddled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Confused or puzzled by something unexpected.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Prepositional Phrases (Day 4: Review + Write)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whispered to the prince on the way out.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retreated toward the golden doors together.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the castle, the sun was bright and warm.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felt a sparkle rise in his eyes at last.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Prepositional Phrases (Day 4: Review + Write)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retreated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sparkle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Syllable Review (Day 4: Full spiral review)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    rabbit     corner     broken     fire     tiger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or r-controlled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or silent-e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Syllable Review (Day 4: Full spiral review)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or r-controlled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or silent-e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16–20 Review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“Jemmy thought: I am free. And then he thought: but am I?”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Craft focus: thought as dialogue; reversal with but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thinks he is free, then immediately questions it. What does freedom mean to him now compared to the beginning of the story? Has the meaning changed?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1576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76148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Fleischman uses a colon to introduce thought like dialogue:  Jemmy thought: I am free.  Then he reverses it with a question. Notice the fragments — short, jabbing thoughts. How does writing thought as direct speech (without quotation marks) feel different from saying  "Jemmy thought he was free" 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4198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using the same pattern as the author.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21 · Revise &amp; Publish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