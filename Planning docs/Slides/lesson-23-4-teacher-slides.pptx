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23.4.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how authors organize contrast — showing two different sides of a topic. As you read today, watch for how the author separates the rich from the poor.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At the tournament of Camelot, Sir Lancelot wore golden armor and English colors. 
Look for: Capital A on At; capital C on Camelot (proper place name); comma after Camelot (introductory phrase); capital S on Sir (title); capital L on Lancelot (proper name); capital E on English (proper adjective from England);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At the tournament of Camelot, Sir Lancelot wore golden armor and English colors. 
Look for: Capital A on At; capital C on Camelot (proper place name); comma after Camelot (introductory phrase); capital S on Sir (title); capital L on Lancelot (proper name); capital E on English (proper adjective from England);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Years', King, Christmas, Sir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Years', King, Christmas, Sir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Consonant-le: simple, bundle, castle, puzzle, gentle, struggle, tangle | Other: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Consonant-le: simple, bundle, castle, puzzle, gentle, struggle, tangle | Other: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23.4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rather read about — a real knight or a made-up one? Write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rather read about — a real knight or a made-up one? Write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notes from informational 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authors organize contrast — showing two different sides of a topic. As you read today, watch for how the author separates the rich from the poor.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feast of Saint George, Lord Pembroke served roasted boar and French wine.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tournament of camelot sir lancelot wore golden armor and english colors.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tournament of camelot sir lancelot wore golden armor and english colors.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At the tournament of Camelot, Sir Lancelot wore golden armor and English colors.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 on At; capital C on Camelot (proper place name); comma after Camelot (introductory phrase); capital S on Sir (title); capital L on Lancelot (proper name); capital E on English (proper adjective from England);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STRUCT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construct — to build something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destruct — 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restruct — 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instruct — or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pottage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pewter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 REVIEW (DAY 4: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Years' was fought between England and France.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Edward of England married Eleanor of Castile.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feast of Christmas was the grandest celebration of the medieval year.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Gawain rode through the Forest of Sherwood on his way to Camelot.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 REVIEW (DAY 4: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Years'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fought between England and France.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Edward of England married Eleanor of Castile.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feast of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grandest celebration of the medieval year.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Gawain rode through the Forest of Sherwood on his way to Camelot.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4: REVIEW + EXPLAIN)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  ·   bundle   ·   castle   ·   puzzle   ·   gentle   ·   struggle   ·   tangle   ·   people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Consonant-le  |  Other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4: REVIEW +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Taking notes from informational 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one sentence of hyperbole about how long a school day feels. Stretch it until it is obviously not true.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