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23 Day 4.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 reason for each food I chose?.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23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23.4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medieval feast is being prepared and you are in charge of the menu. What three foods would you serve and why? Remember — no refrigerators, no microwaves!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medieval feast is being prepared and you are in charge of the menu. What three foods would you serve and why? Remember — no refrigerators, no microwaves!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 reason for each food I chose?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authors organize contrast — showing two different sides of a topic. As you read today, watch for how the author separates the rich from the poor.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feast of Saint George, Lord Pembroke served roasted boar and French wine.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tournament of camelot sir lancelot wore golden armor and english colors.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tournament of camelot sir lancelot wore golden armor and english colors.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 on At; capital C on Camelot (proper place name); comma after Camelot (introductory phrase); capital S on Sir (title); capital L on Lancelot (proper name); capital E on English (proper adjective from England);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struct (Day 4: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ure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pottage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in texture; coarse bread was made from unrefined grain.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dull grey metal alloy used to make plates and cups for wealthy households.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thick vegetable-and-grain soup that was the main food of poor medieval people.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pewter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elaborate meal — a sign of wealth and celebration.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 Review (Day 4: Write and check)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Hundred Years' War was fought between England and France.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Edward of England married Eleanor of Castile.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feast of Christmas was the grandest celebration of the medieval year.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Gawain rode through the Forest of Sherwood on his way to Camelot.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 Review (Day 4: Write and check)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Years'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Eleanor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Gawain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Sherwood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Camelot.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4: Review +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   bundle     castle     puzzle     gentle     struggle     tangle     people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4: Review + explain)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23 · Choose &amp;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