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23.4.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notice how authors organize contrast — showing two different sides of a topic. As you read today, watch for how the author separates the rich from the poor.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At the tournament of Camelot, Sir Lancelot wore golden armor and English colors. 
Look for: Capital A on At; capital C on Camelot (proper place name); comma after Camelot (introductory phrase); capital S on Sir (title); capital L on Lancelot (proper name); capital E on English (proper adjective from England);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At the tournament of Camelot, Sir Lancelot wore golden armor and English colors. 
Look for: Capital A on At; capital C on Camelot (proper place name); comma after Camelot (introductory phrase); capital S on Sir (title); capital L on Lancelot (proper name); capital E on English (proper adjective from England);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Years', King, Christmas, Sir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Years', King, Christmas, Sir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Consonant-le: simple, bundle, castle, puzzle, gentle, struggle, tangle | Other: people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Consonant-le: simple, bundle, castle, puzzle, gentle, struggle, tangle | Other: people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📖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23.4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Wisdom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rather read about — a real knight or a made-up one? Write why.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rather read about — a real knight or a made-up one? Write why.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notes from informational text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how authors organize contrast — showing two different sides of a topic. As you read today, watch for how the author separates the rich from the poor.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feast of Saint George, Lord Pembroke served roasted boar and French wine.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tournament of camelot sir lancelot wore golden armor and english colors.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tournament of camelot sir lancelot wore golden armor and english colors.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At the tournament of Camelot, Sir Lancelot wore golden armor and English colors.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 on At; capital C on Camelot (proper place name); comma after Camelot (introductory phrase); capital S on Sir (title); capital L on Lancelot (proper name); capital E on English (proper adjective from England);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STRUCT (DAY 4: EXPLAIN)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construct — to build something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destruct — 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restruct — ure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instruct — or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pottage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feast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pewter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CAPITALIZATION REVIEW (DAY 4: WRITE AND CHECK)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Years' was fought between England and France.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Edward of England married Eleanor of Castile.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feast of Christmas was the grandest celebration of the medieval year.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Gawain rode through the Forest of Sherwood on his way to Camelot.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CAPITALIZATION REVIEW (DAY 4: WRITE AND CHECK)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Years'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fought between England and France.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Edward of England married Eleanor of Castile.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feast of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Christmas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the grandest celebration of the medieval year.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Gawain rode through the Forest of Sherwood on his way to Camelot.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SYLLABLES (DAY 4: REVIEW + EXPLAIN)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  ·   bundle   ·   castle   ·   puzzle   ·   gentle   ·   struggle   ·   tangle   ·   people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Consonant-le  |  Other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SYLLABLES (DAY 4: REVIEW + EXPLAIN)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article contrasts what rich and poor people ate. What signal words does the author use to show the contrast?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article says that in a bad year, hunger was 'a real danger.' What does this tell you about how different medieval life was from life today?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