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15.1. Reading: Key Excerpts.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When Despereaux was born , his sisters said he was small and ridiculous and would surely not survive.
Look for: Did you catch the capital at the start, the comma after "born," and the quotation marks around the dialogue?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When Despereaux was born , his sisters said he was small and ridiculous and would surely not survive.
Look for: Did you catch the capital at the start, the comma after "born," and the quotation marks around the dialogue?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15.1  ·  Key Excerpts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favourite moment in the whole book and write about why it stayed with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favourite moment in the whole book and write about why it stayed with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, his sisters said he was small and ridiculous and would surely not survive.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capital at the start, the comma after "born," and the quotation marks around the dialogue?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nodding   ·   wrapped   ·   shining   ·   named   ·   waved   ·   hurried   ·   cried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listened with their whiskers drooping and their ears flat against their heads. They listened in dismay and outrage and fear.”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you notice on a second reading that you missed the first time?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knowing the ending change how you read the beginning?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scene would you read aloud to someone who had never heard the book?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Despereaux's character development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