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15.1. Reading: Key Excerpts.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reread key scenes to understand them more deeply.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When Despereaux was born, his sisters said he was small and ridiculous and would surely not survive.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When Despereaux was born, his sisters said he was small and ridiculous and would surely not survive.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An adverb describes the verb — the action, not the thing.
Quietly and slowly tell you how. Later tells you when. Both are adverbs; they answer different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An adverb describes the verb — the action, not the thing.
Quietly and slowly tell you how. Later tells you when. Both are adverbs; they answer different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quickly, slowly, quietly, carefully | Group 2: yesterday, later, soon, always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quickly, slowly, quietly, carefully | Group 2: yesterday, later, soon, always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garden, storm, park | er, ir, or ur: fern, bird, burn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garden, storm, park | er, ir, or ur: fern, bird, burn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15.1  ·  Key Excerpts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favourite moment in the whole book and write about why it stayed with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favourite moment in the whole book and write about why it stayed with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Excerpts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on a second reading that you missed the first time?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reread key scenes to understand them more deeply.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mouse opened his eyes, his mother said he was a disappointment.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follows the opening When… part, because it cannot stand alone as a sentence. His is a pronoun standing in for the mouse. A capital letter starts it and a period ends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despereaux was born his sisters said he was small and ridiculous and would surely not survive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despereaux was born his sisters said he was small and ridiculous and would surely not survive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Despereaux was born, his sisters said he was small and ridiculous and would surely not survive.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-ER: MORE OR ONE WHO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helper — one who helps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smarter — more smart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catcher — one who catches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quicker — more quick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covering worn to protect the body in battle.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blamed for something you did wrong.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 about the same mouse. One extra word changes the picture in your head.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quietly tell you — about the hall, or about the creeping?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Try swapping in slowly, then later. Do those two answer the same question?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word in the sentence is quietly working on?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 about the same mouse. One extra word changes the picture in your head.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adverb describes the verb — the action, not the thing.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and slowly tell you how. Later tells you when. Both are adverbs; they answer different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957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   ·    carefully    ·    soon    ·    slowly    ·    yesterday    ·    always    ·    quietly    ·    later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All eight of these words describe an action. They split into two groups. The columns are blank on purpose — sort them, then work out what the split is.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name the split: what does every word in each group have in common?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  ·   storm   ·   park   ·   fern   ·   bird   ·   burn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ar or or  |  er, ir, or ur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 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ir, or 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Excerpts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listened with their whiskers drooping and their ears flat against their heads. They listened in dismay and outrage and fear.”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know how this story ends. What do you notice in this opening scene now that you did not notice the first time you read it?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and Despereaux both begin in darkness. What is the same about their openings, and what is different?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Despereaux's character development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