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15 Day 1.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both the before and the after?.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15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15.1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that you have finished The Tale of Despereaux, think about which character changed the most from beginning to end. Who changed? How? Start with: 'The character who changed the most is... because at the beginning they were... but by the end...'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that you have finished The Tale of Despereaux, think about which character changed the most from beginning to end. Who changed? How? Start with: 'The character who changed the most is... because at the beginning they were... but by the end...'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both the before and the after?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notice on a second reading that you missed the first time?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knowing the ending change how you read the beginning?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scene would you read aloud to someone who had never heard the book?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reread key scenes to understand them more deeply.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when despereaux was born his sisters said he was small and ridiculous and would surely not survive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mother said "oh la" and waved her paw and went back to eating her cracker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when despereaux was born his sisters said he was small and ridiculous and would surely not survive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mother said "oh la" and waved her paw and went back to eating her cracker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When Despereaux was born , his sisters said he was small and ridiculous and would surely not survive.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mother said , "Oh la," and waved her paw and went back to eating her cracker.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capital at the start, the comma after "born," and the quotation marks around the dialogue?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knowing the ending change how you read the beginning?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scene would you read aloud to someone who had never heard the book?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"Despereaux," said his father. "Look at his ears. Look at his eyes. He is not a mouse. He is a mistake." But Despereaux did not feel like a mistake. He felt, in fact, like exactly himself.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