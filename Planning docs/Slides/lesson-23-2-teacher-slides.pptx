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23 Day 2. Medieval Nonfiction.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explain why I chose this job?.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🏰  Week 23 · Day 2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Medieval Nonfiction — Lesson 23.2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were an apprentice in the Middle Ages, what job would you want to learn? Why? What would be the hardest part of your day?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were an apprentice in the Middle Ages, what job would you want to learn? Why? What would be the hardest part of your day?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explain why I chose this job?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notes from informational text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letters around the dot in each word. Count: vowel, consonant, consonant, vowel. That's the VCCV pattern 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dot fall — before, between, or after the two consonants?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of nonfiction look for how the author organizes information. Today's article is organized by comparing two groups of people. Watch for how each paragraph has its own focus.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medieval England, an apprentice might work for Master Thomas for seven years.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ancient rome a student might study under professor julius for ten years.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ancient rome a student might study under professor julius for ten years.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I on In; capital R on Rome (proper place name); comma after Rome (introductory phrase); capital P on Professor (title before name); capital J on Julius (proper name); period ends.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Root struct (Day 2: Identify)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to build a block in the way; to block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to build again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to teach; to build knowledge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ural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having to do with a structure or its building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apprentice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thick soup of vegetables and grains eaten by poor medieval people.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craftsman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decorate fabric with needle and thread; a skill wealthy girls learned.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pottage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learning a trade by working under an expert.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embroider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skilled worker who makes things by hand.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Capitalization: Titles, Names, Places (Day 2: Identify)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apprentice traveled from London to Paris to learn glassblowing.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Geoffrey taught his apprentice the rules of the guild.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Middle Ages, most children in England began work at age seven.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 Edward of Canterbury trained as a page at Windsor Castle.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Capitalization: Titles, Names, Places (Day 2: Identify)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apprentice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glassblowing.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Geoffrey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taught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apprentice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guild.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Ages,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England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began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Edward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Canterbury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Windsor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Castle.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Consonant-le Syllables (Day 2: Identify in longer words)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humble     struggle     gentle     candle     angle     simple     pebble     example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Consonant-le syllable (C+le)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Consonant-le Syllables (Day 2: Identify in longer words)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Consonant-le syllable (C+le)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humble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struggle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candle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2944368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329184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363931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pebble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Reading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letters around the dot in each word. Count: vowel, consonant, consonant, vowel. That's the VCCV pattern 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dot fall — before, between, or after the two consonants?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Writer’s Workshop: Week 23 · Choose &amp; Notes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