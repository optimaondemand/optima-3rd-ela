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23.2.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of nonfiction look for how the author organizes information. Today's article is organized by comparing two groups of people. Watch for how each paragraph has its own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In ancient Rome, a student might study under Professor Julius for ten years. 
Look for: Capital I on In; capital R on Rome (proper place name); comma after Rome (introductory phrase); capital P on Professor (title before name); capital J on Julius (proper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In ancient Rome, a student might study under Professor Julius for ten years. 
Look for: Capital I on In; capital R on Rome (proper place name); comma after Rome (introductory phrase); capital P on Professor (title before name); capital J on Julius (proper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Master, Middle, Sir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Master, Middle, Sir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 syllable (C+le): humble, struggle, gentle, candle, angle, simple, pebble | Other: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Consonant-le syllable (C+le): humble, struggle, gentle, candle, angle, simple, pebble | Other: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23.2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lived in a castle, what job would you want? Write about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lived in a castle, what job would you want? Write about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 and place?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notes from informational text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of nonfiction look for how the author organizes information. Today's article is organized by comparing two groups of people. Watch for how each paragraph has its own focus.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medieval England, an apprentice might work for Master Thomas for seven years.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ancient rome a student might study under professor julius for ten years.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ancient rome a student might study under professor julius for ten years.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In ancient Rome, a student might study under Professor Julius for ten years.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 on In; capital R on Rome (proper place name); comma after Rome (introductory phrase); capital P on Professor (title before name); capital J on Julius (proper name);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STRUCT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obstruct — to build a block in the way; to block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reconstruct — to build again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instruct — to teach; to build knowledge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structural — having to do with a structure or its building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apprentice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craftsman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pottage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embroider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CAPITALIZATION: TITLES, NAMES, PLACES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apprentice traveled from to to learn glassblowing.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Geoffrey taught his apprentice the rules of the guild.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Middle Ages, most children in England began work at age seven.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Edward of Canterbury trained as a page at Windsor Castle.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CAPITALIZATION: TITLES, NAMES, PLACES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apprentice traveled from to to learn glassblowing.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Geoffrey taught his apprentice the rules of the guild.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Ages, most children in England began work at age seven.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Edward of Canterbury trained as a page at Windsor Castle.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 (DAY 2: IDENTIFY IN LONGER WORDS)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humble   ·   struggle   ·   gentle   ·   candle   ·   angle   ·   simple   ·   pebble   ·   example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Consonant-le syllable (C+le)  |  Other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SYLLABLES (DAY 2: IDENTIFY IN LONGER WORDS)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Consonant-le syllable (C+le)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Taking notes from informational 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difference between this poem and a lie? Say it in your own words.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