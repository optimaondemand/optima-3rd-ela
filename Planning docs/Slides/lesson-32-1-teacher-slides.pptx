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character virtue watching are.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Honesty means telling the truth even when it's difficult, and that's one of the hardest things a person can do. 
Look for: Honesty = sentence opener (capital H); it's = it + is (contraction); comma before and joining two complete thoughts; that's = that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Honesty means telling the truth even when it's difficult, and that's one of the hardest things a person can do. 
Look for: Honesty = sentence opener (capital H); it's = it + is (contraction); comma before and joining two complete thoughts; that's = that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despereaux, didnt, narnia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despereaux, didnt, narnia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-y: honesty | Has a suffix: courageous | Prefix un-: unafraid | Prefix re-: rebuild | Suffix -less: fearless | Has a prefix: transform | Suffix -ance: perseverance | Suffix -ful: respectful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-y: honesty | Has a suffix: courageous | Prefix un-: unafraid | Prefix re-: rebuild | Suffix -less: fearless | Has a prefix: transform | Suffix -ance: perseverance | Suffix -ful: respectful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book from this year you would read again first,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book from this year you would read again first,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title and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 here, not referring to a story character.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Gerund used as object of preposition 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verb;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means telling the truth even when its difficult and thats one of the hardest things a person can do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means telling the truth even when its difficult and thats one of the hardest things a person can 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Honesty means telling the truth even when it's difficult, and that's one of the hardest things a person can do.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= sentence opener (capital H); it's = it + is (contraction); comma before and joining two complete thoughts; that's = that + is (contraction);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reflection: word parts I know.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was small but his heart was bigger than the whole castle.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didnt want to be a prince but he learned respect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believed in narnia even when no one else did.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small but his heart was bigger than the whole castle.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want to be a prince but he learned respect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believed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when no one else did.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SPELLING AND CONVENTIONS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  ·   courageous   ·   unafraid   ·   rebuild   ·   fearless   ·   transform   ·   perseverance   ·   respectful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Suffix -y  |  Has a suffix  |  Prefix un-  |  Prefix re-  |  Suffix -less  |  Has a prefix  |  Suffix -ance  |  Suffix -ful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SPELLING AND CONVENTIONS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6304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6304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0604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unafraid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6616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6616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1772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0916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6072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2084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-ance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1228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4" name="Text 32"/>
          <p:cNvSpPr/>
          <p:nvPr/>
        </p:nvSpPr>
        <p:spPr>
          <a:xfrm>
            <a:off x="781812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-ful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77240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86384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respectful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