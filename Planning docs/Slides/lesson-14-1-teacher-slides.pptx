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14.1. Reading: Ch. 46–47.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notice how characters change from beginning to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sat in the sunshine with the princess and told her the story of how he came to rescue her.
Look for: Did you catch the commas in the series (carefully, closely, and gratefully) and the comma between two adjectives (small, brave)?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sat in the sunshine with the princess and told her the story of how he came to rescue her.
Look for: Did you catch the commas in the series (carefully, closely, and gratefully) and the comma between two adjectives (small, brave)?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soup,, rats,, crown,, Garlic,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soup,, rats,, crown,, Garlic,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+ two endings: hopelessness, thoughtfulness, fearlessly, impatiently | Base + one ending: darkness, hopeful, quickly, disagree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+ two endings: hopelessness, thoughtfulness, fearlessly, impatiently | Base + one ending: darkness, hopeful, quickly, disagree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14.1  ·  Ch. 46–47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walks into the dungeon carrying only a needle. Write about a time you did something brave while you were still afraid.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walks into the dungeon carrying only a needle. Write about a time you did something brave while you were still afraid.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at the start of each sentence?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46–47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has Despereaux changed since Chapter 1?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notice how characters change from beginning to end.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sat in the sunshine with the princess and told her the story of how he came to rescue her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princess listened carefully closely and gratefully as the small brave mouse told his whole story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sat in the sunshine with the princess and told her the story of how he came to rescue her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princess listened carefully closely and gratefully as the small brave mouse told his whole story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sat in the sunshine with the princess and told her the story of how he came to rescue her.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commas in the series (carefully, closely, and gratefully) and the comma between two adjectives (small, brave)?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 / IM-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impossible — base word: possible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incorrect — base word: correct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impatient — base word: patient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invisible — base word: visible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each other; joined rather than apart.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trembled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Shook a little, usually from fear or cold.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tears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of water that come from your eyes when you cry.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happily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happy way; with joy.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COMMAS IN A SERIES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brought soup, bread, and a candle.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rats, the mice, and the people all feared the dark.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wanted a crown, a gown, and a name.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Garlic, chicken, and watercress went into the pot.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a comma that is separating items in a list.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COMMAS IN A SERIES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brought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soup,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bread, and a candle.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mice, and the people all feared the dark.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wanted a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crown,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gown, and a name.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chicken, and watercress went into the pot.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WORDS WITH FAMILIAR SUFFIXES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hopelessness   ·   thoughtfulness   ·   fearlessly   ·   impatiently   ·   darkness   ·   hopeful   ·   quickly   ·   disagree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Base + two endings  |  Base + one ending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WORDS WITH FAMILIAR SUFFIXES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+ two endings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hopelessness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thoughtfulness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fearlessly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impatiently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+ one ending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hopeful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quickly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disagree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46–47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“And the thread, eager, perhaps, to begin its honorable task of aiding in the saving of a princess, leapt forward and away from the mouse and went down the dungeon stairs ahead of him, without him.”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has Despereaux changed since Chapter 1?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has Roscuro changed — for better or worse?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did Mig understand at the end that she did not at the start?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what to publish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