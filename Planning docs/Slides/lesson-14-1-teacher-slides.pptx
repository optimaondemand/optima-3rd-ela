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14 Day 1.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how helping felt, not just what I did?.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14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14.1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rescues Princess Pea! Think about a time you helped someone who was in trouble — even in a small way. What did you do? How did it feel to help? Start with: 'One time, I helped someone by...'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rescues Princess Pea! Think about a time you helped someone who was in trouble — even in a small way. What did you do? How did it feel to help? Start with: 'One time, I helped someone by...'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how helping felt, not just what I did?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Despereaux changed since Chapter 1?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Roscuro changed — for better or worse?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Mig understand at the end that she did not at the start?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change from beginning to end.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sat in the sunshine with the princess and told her the story of how he came to rescue her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listened carefully closely and gratefully as the small brave mouse told his whole story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sat in the sunshine with the princess and told her the story of how he came to rescue her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listened carefully closely and gratefully as the small brave mouse told his whole story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sat in the sunshine with the princess and told her the story of how he came to rescue her.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listened carefully, closely, and gratefully as the small , brave mouse told his whole story.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in the series (carefully, closely, and gratefully) and the comma between two adjectives (small, brave)?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longing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wish or desire for something you do not have.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despair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complete hopelessness; giving up on something getting better.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attention on something; thinking about only one thing.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618488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673352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0" y="2231136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2286000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2843784"/>
            <a:ext cx="3840480" cy="502920"/>
          </a:xfrm>
          <a:prstGeom prst="roundRect">
            <a:avLst>
              <a:gd name="adj" fmla="val 18182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898648"/>
            <a:ext cx="3566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46–47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Roscuro changed — for better or worse?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Mig understand at the end that she did not at the start?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so, reader, the story of Despereaux Tilling is told. It is a story of darkness, light, and the surprising things that happen when a small, brave mouse loves a princess.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