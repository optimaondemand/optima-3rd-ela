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W3D4: Reading: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We read Chapter 5: Stanley finally tells Arthur he hates being flat. Arthur pumps him round with a bicycle pump!
Today: Review the whole book — big events, character changes, and what the story is really about.
Big Q: Stanley is round again! But is he the same person? What changed — and what stayed the same?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“GEORGE!” said Mrs. Lambchop. “Stanley’s round again! And Arthur did it!”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it had been a long and tiring day and very soon all the lambchops were fast asleep
Answer: It had been a long and tiring day, and very soon all the Lambchops were fast asleep.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it had been a long and tiring day and very soon all the lambchops were fast asleep
Answer: It had been a long and tiring day, and very soon all the Lambchops were fast asleep.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Poetry: Round Again
Flat or round, tall or small,
What matters most is not at all
The shape you take or how you look —
But who you are inside the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W3D4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W3D4: gloomy, brave, pump, celebrate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W3D4
Everyone celebrated. → Everyone / celebrated
Mrs. Lambchop made hot chocolate. → Mrs. Lambchop / made hot chocolate
The boys went to bed. → The boys / went to bed
Stanley felt happy again. → Stanley / felt happy again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W3D4
Everyone celebrated. → Everyone / celebrated
Mrs. Lambchop made hot chocolate. → Mrs. Lambchop / made hot chocolate
The boys went to bed. → The boys / went to bed
Stanley felt happy again. → Stanley / felt happy again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W3D4
{"silent-e":["brave","kite","stone","frame"],"closed":["jump","think","shelf","cross"]}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W3D4
{"silent-e":["brave","kite","stone","frame"],"closed":["jump","think","shelf","cross"]}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Reading:
WGRD: Think about Stanley at the beginning vs. the end. What is the most important thing that happened in this whole book?
Pause: Think about Stanley at the beginning vs. the end. What is the most important thing that happened in this whole book?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Comprehension:
Q1: Put these events in the correct order: Stanley catches the thieves, Stanley gets mailed to California, the bulletin board falls, Arthur pumps Stanley back to normal, Stanley flies like a kite.
Q2: How did Stanley change from the beginning to the end of the book? What stayed the same about him?
Q3: What is the most important lesson from Flat Stanley? Use evidence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W3D4: ADD CRAFT
Today: EXPLAIN. Reread your draft. Use the revision checklist to explain what you did well and one thing you will improve next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 ·  DAY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 ·  Virtue: Courage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 + Today's Focus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WE...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Chapter 5: Stanley finally tells Arthur he hates being flat. Arthur pumps him round with a bicycle pump!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956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86000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whole book — big events, character changes, and what the story is really about.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" y="2980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8412480" cy="841248"/>
          </a:xfrm>
          <a:prstGeom prst="roundRect">
            <a:avLst>
              <a:gd name="adj" fmla="val 1087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328416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is round again! But is he the same person? What changed — and what stayed the same?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“GEORGE!” said Mrs. Lambchop. “Stanley’s round again! And Arthur did it!”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Mrs. Lambchop is excited — exclamation marks! Stanley’s is a contraction (Stanley + is). Proper nouns are capitalized.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had been a long and tiring day and very soon all the lambchops were fast asleep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had been a long and tiring day and very soon all the lambchops were fast asleep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2788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3639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had been a long and tiring day, and very soon all the Lambchops were fast asleep.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Poetry Corner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8412480" cy="2834640"/>
          </a:xfrm>
          <a:prstGeom prst="roundRect">
            <a:avLst>
              <a:gd name="adj" fmla="val 3226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960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Again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poem for Flat Stanley readers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719072"/>
            <a:ext cx="7315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or round, tall or small,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matters most is not at all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you take or how you look —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who you are inside the book.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7673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4041648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411480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poem says what matters is "who you are inside the book." Does Stanley change who he IS throughout the story — or just how he looks? Use evidence from the text.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Explain — Match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BASE OR PAIR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972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unroll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297680" y="109728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937760" y="10972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0972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20574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297680" y="205740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937760" y="20574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20574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65760" y="30175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30175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unkind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297680" y="30175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937760" y="30175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30175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65760" y="397764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760" y="397764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297680" y="397764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937760" y="397764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937760" y="397764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365760" y="493776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65760" y="493776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gloomy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297680" y="493776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937760" y="493776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937760" y="493776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365760" y="58978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65760" y="58978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4297680" y="589788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4937760" y="58978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937760" y="58978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365760" y="68580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6858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4297680" y="685800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4937760" y="68580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937760" y="6858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365760" y="78181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78181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4297680" y="78181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4937760" y="78181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937760" y="78181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Choice Board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BOARD — Pick ONE word. Write its definition + a sentence.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206240" cy="1664208"/>
          </a:xfrm>
          <a:prstGeom prst="roundRect">
            <a:avLst>
              <a:gd name="adj" fmla="val 5495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" y="1170432"/>
            <a:ext cx="3877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gloomy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30352" y="157276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 and dark, without hope.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2249424"/>
            <a:ext cx="3877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078992"/>
            <a:ext cx="4206240" cy="1664208"/>
          </a:xfrm>
          <a:prstGeom prst="roundRect">
            <a:avLst>
              <a:gd name="adj" fmla="val 5495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65192" y="1170432"/>
            <a:ext cx="3877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965192" y="157276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face something scary or hard.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65192" y="2249424"/>
            <a:ext cx="3877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907792"/>
            <a:ext cx="4206240" cy="1664208"/>
          </a:xfrm>
          <a:prstGeom prst="roundRect">
            <a:avLst>
              <a:gd name="adj" fmla="val 5495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0352" y="2999232"/>
            <a:ext cx="3877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30352" y="340156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pushes air into something.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0352" y="4078224"/>
            <a:ext cx="3877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2907792"/>
            <a:ext cx="4206240" cy="1664208"/>
          </a:xfrm>
          <a:prstGeom prst="roundRect">
            <a:avLst>
              <a:gd name="adj" fmla="val 5495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65192" y="2999232"/>
            <a:ext cx="3877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965192" y="340156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something special because of good news.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65192" y="4078224"/>
            <a:ext cx="3877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definition + a sentence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Subject and predicate (Explain)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celebrated.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066544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1579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made hot chocolate.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054096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4553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boys went to bed.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13308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felt happy again.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Subject and predicate (Explain)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celebrated.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20840" y="1078992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20840" y="1078992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/ celebrated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66544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579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made hot chocolate.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20840" y="2066544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2066544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/ made hot chocolate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054096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145536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boys went to bed.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720840" y="3054096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20840" y="3054096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boys / went to bed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41648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1330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felt happy again.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720840" y="4041648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404164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/ felt happy again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576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silent-e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8892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88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  kite  stone  frame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0" y="2788920"/>
            <a:ext cx="4069080" cy="960120"/>
          </a:xfrm>
          <a:prstGeom prst="roundRect">
            <a:avLst>
              <a:gd name="adj" fmla="val 952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663440" y="2788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 think  shelf  cross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Reading: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READERS DO — Keep this in mind as you read: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Stanley at the beginning vs. the end. What is the most important thing that happened in this whole book?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49631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Stanley at the beginning vs. the end. What is the most important thing that happened in this whole book?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Comprehension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COMPLETE SENTENCES — USE TEXT EVIDENCE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1170432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these events in the correct order: Stanley catches the thieves, Stanley gets mailed to California, the bulletin board falls, Arthur pumps Stanley back to normal, Stanley flies like a kite.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6700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did Stanley change from the beginning to the end of the book? What stayed the same about him?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151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97280" y="4133088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most important lesson from Flat Stanley? Use evidence from the story.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Writer's Workshop — ADD CRAFT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craft: sensory details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84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WRITING TASK — IN YOUR JOURNAL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9152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5059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EXPLAIN. Reread your draft. Use the revision checklist to explain what you did well and one thing you will improve next week.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2026-07-10T22:22:36Z</dcterms:created>
  <dcterms:modified xsi:type="dcterms:W3CDTF">2026-07-10T22:22:36Z</dcterms:modified>
</cp:coreProperties>
</file>