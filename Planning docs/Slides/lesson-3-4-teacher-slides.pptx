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3.4. Reading: Whole Book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events affect characters . When something important happens, it changes what a character feels, thinks, or decides to do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“Stanley, I want to be round again ,” he cried . “ I don’t want to be flat anymore !”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“Stanley, I want to be round again ,” he cried . “ I don’t want to be flat anymore !”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envelope, Arthur, policemen, Stanley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envelope, Arthur, policemen, Stanley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  ·  Whole Book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part of Flat Stanley would you tell a friend about first? Write about why that part.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part of Flat Stanley would you tell a friend about first? Write about why that part.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Book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Stanley at the beginning vs. the end. What is the most important thing that happened in this whole book?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events affect characters . When something important happens, it changes what a character feels, thinks, or decides to do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“GEORGE!” said Mrs. Lambchop. “Stanley’s round again! And Arthur did it!”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i want to be round again he cried i dont want to be flat anymore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“GEORGE!” said Mrs. Lambchop. “Stanley’s round again! And Arthur did it!”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i want to be round again he cried i dont want to be flat anymore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“Stanley, I want to be round again ,” he cried . “ I don’t want to be flat anymore !”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UN- MEANS NOT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un- means not . When you add un- to a word, it means the opposite!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unhappy = not happy · unfair = not fair · unsafe = not safe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Dice Roll Challenge! Roll the dice to get a word. Then explain what the un- prefix does to change its meaning.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gloomy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 and dark, without hope.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face something scary or hard.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pushes air into something.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PREDICATE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travelled all the way to California.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was jealous of his brother.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policemen listened to the rule.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became famous for a while.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subject . Be ready to say what the predicate tells you.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PREDICATE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travelled all the way to California.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jealous of his brother.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policemen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listened to the rule.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became famous for a while.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Book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Think about Stanley at the beginning vs. the end. What is the most important thing that happened in this whole book?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craft: sensory details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2026-09-07T02:56:15Z</dcterms:created>
  <dcterms:modified xsi:type="dcterms:W3CDTF">2026-09-07T02:56:15Z</dcterms:modified>
</cp:coreProperties>
</file>