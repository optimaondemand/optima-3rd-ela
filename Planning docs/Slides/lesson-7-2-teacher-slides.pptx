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7.2. Reading: 📰 Read: How People Communicate Across Distance.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nonfiction readers look for the central idea as they read. The central idea is the most important point the author wants you to understand. Supporting details back it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Email and text messages made written communication instant , but handwritten letters still feel special today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Email and text messages made written communication instant , but handwritten letters still feel special today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3, Orlando, 12, Austin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3, Orlando, 12, Austin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-ed: mailed, traveled, signaled, sorted | double + -ing: running, sitting, mapping, stopping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-ed: mailed, traveled, signaled, sorted | double + -ing: running, sitting, mapping, stopping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7.2  ·  📰 Read: How People Communicate Across Distance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like to reach people who are far away? Write about why you like that way best.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like to reach people who are far away? Write about why you like that way best.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How People Communicate Across Distance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communication changed throughout history, and what has stayed the same?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nonfiction readers look for the central idea as they read. The central idea is the most important point the author wants you to understand. Supporting details back it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Telegraphs sent electrical signals along wires beginning in the 1800s, making communication faster than ever.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but handwritten letters still feel special today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Telegraphs sent electrical signals along wires beginning in the 1800s, making communication faster than ever.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but handwritten letters still feel special today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, but handwritten letters still feel special today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-ING SHOWS ACTION HAPPENING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communicate + -ing = communicating — drop the e, add -ing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travel + -ing = traveling — keep the whole base word, add -ing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for one section of a nonfiction text.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under a photo that explains what you see.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how something works, with labels.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important words and their definitions.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postcard is dated October 3 2024.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is in Orlando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 opens on June 12 2025.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wrote from Austin Texas on Tuesday.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a comma should come right after.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postcard is dated October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is 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Orlando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 opens on June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wrote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Texas on Tuesday.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   ·   traveled   ·   signaled   ·   sorted   ·   running   ·   sitting   ·   mapping   ·   stopping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add -ed  |  double + -ing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How People Communicate Across Distance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communication changed throughout history, and what has stayed the same?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ends by saying a handwritten letter feels special because it shows someone took time. Do you agree? Is a handwritten letter worth more than a text message?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