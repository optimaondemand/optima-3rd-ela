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7 Day 2.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specific details instead of general words like 'nice' and 'pretty'?.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7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7.2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a travel writer visiting a place you have actually been (a park, a beach, a relative's town). Write a short travel report that makes the reader want to go there. Use details about what you can see, hear, and taste!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a travel writer visiting a place you have actually been (a park, a beach, a relative's town). Write a short travel report that makes the reader want to go there. Use details about what you can see, hear, and taste!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specific details instead of general words like 'nice' and 'pretty'?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communication changed throughout history, and what has stayed the same?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ends by saying a handwritten letter feels special because it shows someone took time. Do you agree? Is a handwritten letter worth more than a text message?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Telegraphs sent electrical signals along wires beginning in the 1800s, making communication faster than ever.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, but handwritten letters still feel special today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-ing shows action happening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→ communicate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signaling → signal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inventing → invent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→ send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for one section of a nonfiction text.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under a photo that explains what you see.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how something works, with labels.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important words and their definitions.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     traveled     signaled     sorted     running     sitting     mapping     stopping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ends by saying a handwritten letter feels special because it shows someone took time. Do you agree? Is a handwritten letter worth more than a text message?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