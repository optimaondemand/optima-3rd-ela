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7.2. Reading: How People Communicate Across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nonfiction readers look for the central idea as they read. The central idea is the most important point the author wants you to understand. Supporting details back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Email and text messages made written communication instant , but handwritten letters still feel special today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Email and text messages made written communication instant , but handwritten letters still feel special today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3, Orlando, 12, Austin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3, Orlando, 12, Austin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-ed: mailed, traveled, signaled, sorted | double + -ing: running, sitting, mapping, stopping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-ed: mailed, traveled, signaled, sorted | double + -ing: running, sitting, mapping, stopping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🗺️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Nonfiction: Maps, Mail &amp; Places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7.2  ·  How People Communicate Across Distance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Diligence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like to reach people who are far away? Write about why you like that way best.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like to reach people who are far away? Write about why you like that way best.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Communicate Across Distance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communication changed throughout history, and what has stayed the same?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nonfiction readers look for the central idea as they read. The central idea is the most important point the author wants you to understand. Supporting details back it up.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Telegraphs sent electrical signals along wires beginning in the 1800s, making communication faster than ever.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text messages made written communication instant but handwritten letters still feel special today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Telegraphs sent electrical signals along wires beginning in the 1800s, making communication faster than ever.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text messages made written communication instant but handwritten letters still feel special today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text messages made written communication instant , but handwritten letters still feel special today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-ING SHOWS ACTION HAPPENING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communicate + -ing = communicating — drop the e, add -ing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travel + -ing = traveling — keep the whole base word, add -ing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for one section of a nonfiction text.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 under a photo that explains what you see.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drawing that shows how something works, with labels.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important words and their definitions.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IN DATES AND PLACES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postcard is dated October 3 2024.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school is in Orlando Florida.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 opens on June 12 2025.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wrote from Austin Texas on Tuesday.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word that a comma should come right after. Tap a word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IN DATES AND PLACES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postcard is dated October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school is in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Florida.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 opens on June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wrote from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Texas on Tuesday.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-ED AND -ING TO BASE WORDS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mailed   ·   traveled   ·   signaled   ·   sorted   ·   running   ·   sitting   ·   mapping   ·   stopping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add -ed  |  double + -ing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-ED AND -ING TO BASE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+ -ing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Communicate Across Distance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 after the telegraph — electrical signals sent along wires in the 1800s. This article is in time order but it has no headings . If you could add one heading right here, what would it say?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