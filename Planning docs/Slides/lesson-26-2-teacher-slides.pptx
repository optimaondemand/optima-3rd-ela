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26.2.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Peter believed Lucy because Edmund.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Edmund pretended not to know about Narnia, but he had already been there and met the White Witch. 
Look for: Edmund is a name (capital E); Narnia and White Witch are proper nouns (capitals); comma before but when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Edmund pretended not to know about Narnia, but he had already been there and met the White Witch. 
Look for: Edmund is a name (capital E); Narnia and White Witch are proper nouns (capitals); comma before but when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Walks should be walked — past tense to match sat., Looks should be looked — past tense to match said., Speaks should be spoke — past tense to match stood., Nods should be nodded — past tense to match listened.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Walks should be walked — past tense to match sat., Looks should be looked — past tense to match said., Speaks should be spoke — past tense to match stood., Nods should be nodded — past tense to match listened.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26.2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Beavers take a risk to help the children. Write about someone who took a risk for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Beavers take a risk to help the children. Write about someone who took a risk for you.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choices and consequences.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 — consistent with was and ashamed.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word — joins the dependent clause.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pretended not to know about narnia but he had already been there and met the white witch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pretended not to know about narnia but he had already been there and met the white witch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Edmund pretended not to know about Narnia, but he had already been there and met the White Witch.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is a name (capital E); Narnia and White Witch are proper nouns (capitals); comma before but when joining two independent clauses;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TRANS- MEANS ACROSS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Prefix trans- means across. Look at each word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enchanted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magic spell; bewitched.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 and territories ruled by someone.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wretched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unhappy, uncomfortable, or miserable.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treachery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betraying someone's trust in a serious way.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TENSE CONSISTENCY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walks into the room and sat down.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looks at him sadly, but she said nothing.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stood up and speaks quietly to Susan.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 listened carefully and nods her head.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word or pattern in each sentence. Think: what rule does it follow?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TENSE CONSISTENCY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walks into the room and sat down.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looks at him sadly, but she said nothing.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stood up and speaks quietly to Susan.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 listened carefully and nods her head.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