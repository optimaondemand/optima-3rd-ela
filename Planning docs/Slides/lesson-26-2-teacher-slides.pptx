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26 Day 2.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the adult said or did?.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26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26.2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Susan go to the Professor for help. Think of a time you needed advice from an adult. Who did you go to? What did they say? Did it help?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Susan go to the Professor for help. Think of a time you needed advice from an adult. Who did you go to? What did they say? Did it help?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the adult said or did?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recognize when a character's choice is going to change the whole story?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5, Edmund chooses to deny that he and Lucy were in Narnia together. What does he say? What effect does this have on Lucy?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believed Lucy because Edmund.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pretended not to know about narnia but he had already been there and met the white witch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a name (capital E); Narnia and White Witch are proper nouns (capitals); comma before but when joining two independent clauses;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trans- means across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trans-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magic spell; bewitched.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 and territories ruled by someone.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unhappy, uncomfortable, or miserable.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serious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recognize when a character's choice is going to change the whole story?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5, Edmund chooses to deny that he and Lucy were in Narnia together. What does he say? What effect does this have on Lucy?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26 · REVISE for Clarity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