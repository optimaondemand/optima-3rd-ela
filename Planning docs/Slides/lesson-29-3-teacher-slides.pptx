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29.3.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"It said Aslan, "that dead."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 Stone Table is broken," said Lucy, "and Aslan is alive!" 
Look for: Capital T for The (first word of speech); Stone Table = proper noun (capitals); comma inside the quotation mark after broken; dialogue tag said Lucy with comma; second speech continues lowercase and; Aslan is a proper noun; exclamation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 Stone Table is broken," said Lucy, "and Aslan is alive!" 
Look for: Capital T for The (first word of speech); Stone Table = proper noun (capitals); comma inside the quotation mark after broken; dialogue tag said Lucy with comma; second speech continues lowercase and; Aslan is a proper noun; exclamation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29.3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statues come back to life. Write about a moment in a story that gave you chills.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statues come back to life. Write about a moment in a story that gave you chills.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theme using details from across the story.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Aslan,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tag in the middle — comma after Aslan.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 resumes the speech; lowercase t — this continues the same sentence.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dead."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inside the final quotation mark.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stone table is broken" said lucy "and aslan is alive"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stone table is broken" said lucy "and aslan is alive"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"The Stone Table is broken," said Lucy, "and Aslan is alive!"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for The (first word of speech); Stone Table = proper noun (capitals); comma inside the quotation mark after broken; dialogue tag said Lucy with comma; second speech continues lowercase and; Aslan is a proper noun; exclamation inside the final quotation mark.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JECT MEANS THROW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atone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would need to ______ for betraying his family, and his actions in the final battle would begin to do that.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was willing to make the ultimate ______ — giving his own life so Edmund could be free.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Edmund had been a ______ , Aslan chose to pay the price for his freedom.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