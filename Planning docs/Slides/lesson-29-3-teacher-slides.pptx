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29.3. Reading: Reading: Ch. 13–15.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"It said Aslan, "that dead."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"The Stone Table is broken," said Lucy, "and Aslan is alive!" 
Look for: Capital T for The (first word of speech); Stone Table = proper noun (capitals); comma inside the quotation mark after broken; dialogue tag said Lucy with comma; second speech continues lowercase and; Aslan is a proper noun; exclamation inside the final quotation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"The Stone Table is broken," said Lucy, "and Aslan is alive!" 
Look for: Capital T for The (first word of speech); Stone Table = proper noun (capitals); comma inside the quotation mark after broken; dialogue tag said Lucy with comma; second speech continues lowercase and; Aslan is a proper noun; exclamation inside the final quotation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29.3  ·  Reading: Ch. 13–15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statues come back to life. Write about a moment in a story that gave you chills.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statues come back to life. Write about a moment in a story that gave you chills.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circle any word I was not sure how to spell?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13–15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theme using details from across the story.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"It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quotation mark; capital 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Aslan,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tag in the middle — comma after Aslan.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"that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Quotation mark resumes the speech; lowercase t — this continues the same sentence.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dead."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inside the final quotation mark.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stone table is broken" said lucy "and aslan is alive"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stone table is broken" said lucy "and aslan is alive"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"The Stone Table is broken," said Lucy, "and Aslan is alive!"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 for The (first word of speech); Stone Table = proper noun (capitals); comma inside the quotation mark after broken; dialogue tag said Lucy with comma; second speech continues lowercase and; Aslan is a proper noun; exclamation inside the final quotation mark.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JECT MEANS THROW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Match each clue to the correct word that uses this week's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atone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would need to ______ for betraying his family, and his actions in the final battle would begin to do that.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sacrifice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was willing to make the ultimate ______ — giving his own life so Edmund could be free.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traitor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Edmund had been a ______ , Aslan chose to pay the price for his freedom.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13–15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Explain theme using details from across the story.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 you read today, ask yourself: How does the Deeper Magic in Ch. 15 change your understanding of everything that happened before?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Explain the Deeper Magic in your own words. What is the rule, and why did the Witch not know about it?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