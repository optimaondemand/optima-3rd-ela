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Lesson 6.1. Reading: What Is a Map?.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prompt aloud. Give students a moment to think before writing.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Five minutes of sustained writing. Stamina over polish. Do not correct spelling now.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One fix only. Editing is conventions; revision is ideas. Name which one you are asking for.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Two or three volunteers. Praise something specific in each.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Reading lens: Good nonfiction readers look for the central idea as they read. The central idea is the most important point the author wants you to understand. Supporting details back it up.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Corrected: Corrected: 
Look for: The key on a map is sometimes called a legend . It explains all the symbols on the map 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Corrected: Corrected: 
Look for: The key on a map is sometimes called a legend . It explains all the symbols on the map 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Break the word into base + word part. Ask what the part adds to the meaning.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Each word appears in the chapters read this week, in the author’s own sentence.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Answers: Arizona, Every, Texas., Pacific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Answers: Arizona, Every, Texas., Pacific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Compound word: mailbox, postcard, landmark, notebook | Not a compound word: compass, envelope, journey, letter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Compound word: mailbox, postcard, landmark, notebook | Not a compound word: compass, envelope, journey, letter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chapters, then return to the pause questions.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4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822960"/>
            <a:ext cx="9144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dirty="0">
                <a:solidFill>
                  <a:srgbClr val="000000"/>
                </a:solidFill>
              </a:rPr>
              <a:t>🗺️</a:t>
            </a:r>
            <a:endParaRPr lang="en-US" sz="5200" dirty="0"/>
          </a:p>
        </p:txBody>
      </p:sp>
      <p:sp>
        <p:nvSpPr>
          <p:cNvPr id="3" name="Text 1"/>
          <p:cNvSpPr/>
          <p:nvPr/>
        </p:nvSpPr>
        <p:spPr>
          <a:xfrm>
            <a:off x="457200" y="169164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Nonfiction: Maps, Mail &amp; Places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57200" y="233172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5CB8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 6.1  ·  What Is a Map?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457200" y="2880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9BC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Grade 3 ELA  ·  Virtue: Diligence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C7922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✍️  10-Minute Write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2296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 PROMPT — 1 MINUTE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143000"/>
            <a:ext cx="8412480" cy="1737360"/>
          </a:xfrm>
          <a:prstGeom prst="roundRect">
            <a:avLst>
              <a:gd name="adj" fmla="val 5263"/>
            </a:avLst>
          </a:prstGeom>
          <a:solidFill>
            <a:srgbClr val="FEF6E8"/>
          </a:solidFill>
          <a:ln w="1905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71016"/>
            <a:ext cx="7955280" cy="1481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Draw a map of your street or your home in words. Write what someone would pass first, second, and third.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365760" y="306324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Think first. You will have five minutes to write.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EF6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C7922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✍️  Writing Time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68680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minutes — keep your pencil moving!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65760" y="14630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PROMPT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365760" y="1737360"/>
            <a:ext cx="8412480" cy="1417320"/>
          </a:xfrm>
          <a:prstGeom prst="roundRect">
            <a:avLst>
              <a:gd name="adj" fmla="val 6452"/>
            </a:avLst>
          </a:prstGeom>
          <a:solidFill>
            <a:srgbClr val="FFFFFF"/>
          </a:solidFill>
          <a:ln w="1905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94360" y="1865376"/>
            <a:ext cx="7955280" cy="11612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Draw a map of your street or your home in words. Write what someone would pass first, second, and third.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365760" y="329184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not stop to erase. If you get stuck, write the last word again and keep going.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8F8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34B76F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🔍  Edit &amp; Revise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6868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minute — pick ONE thing to fix.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365760" y="141732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TODAY'S EDIT FOCUS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365760" y="1691640"/>
            <a:ext cx="841248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34B76F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94360" y="1819656"/>
            <a:ext cx="79552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Did I start each sentence with a capital letter?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365760" y="26517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 check: 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capitals  ·  end punctuation  ·  circle a word you are unsure of  ·  read it aloud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🗣️  Share Time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1005840"/>
            <a:ext cx="8412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minutes — let's hear your writing!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65760" y="169164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Raise your hand  ·  paste it in the chat  ·  or hold your paper up to the camera</a:t>
            </a:r>
            <a:endParaRPr lang="en-US" sz="17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CB85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📖  Today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365760" y="1014984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Is a Map?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365760" y="150876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 QUESTION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365760" y="1746504"/>
            <a:ext cx="8412480" cy="731520"/>
          </a:xfrm>
          <a:prstGeom prst="roundRect">
            <a:avLst>
              <a:gd name="adj" fmla="val 12500"/>
            </a:avLst>
          </a:prstGeom>
          <a:solidFill>
            <a:srgbClr val="FEF6E8"/>
          </a:solidFill>
          <a:ln w="1905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874520"/>
            <a:ext cx="7955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do maps help people find their way and understand the world around them?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365760" y="26060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 LENS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365760" y="2843784"/>
            <a:ext cx="8412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Good nonfiction readers look for the central idea as they read. The central idea is the most important point the author wants you to understand. Supporting details back it up.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Daily Oral Language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4980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 THESE SENTENCES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24128"/>
            <a:ext cx="841248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152144"/>
            <a:ext cx="79552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compass rose shows the directions north, south, east, and west.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365760" y="1874520"/>
            <a:ext cx="841248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2002536"/>
            <a:ext cx="79552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key on a map is sometimes called a legend it explains all the symbols on the map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365760" y="278892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Rewrite both sentences correctly in your notebook.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Daily Oral Language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4980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 THESE SENTENCES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24128"/>
            <a:ext cx="841248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152144"/>
            <a:ext cx="79552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compass rose shows the directions north, south, east, and west.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365760" y="1874520"/>
            <a:ext cx="841248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2002536"/>
            <a:ext cx="79552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key on a map is sometimes called a legend it explains all the symbols on the map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365760" y="2743200"/>
            <a:ext cx="8412480" cy="1417320"/>
          </a:xfrm>
          <a:prstGeom prst="roundRect">
            <a:avLst>
              <a:gd name="adj" fmla="val 6452"/>
            </a:avLst>
          </a:prstGeom>
          <a:solidFill>
            <a:srgbClr val="E8F8E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66928" y="281635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CORRECTED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66928" y="3072384"/>
            <a:ext cx="801014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Corrected: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566928" y="3767328"/>
            <a:ext cx="801014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key on a map is sometimes called a legend . It explains all the symbols on the map 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CB85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 Morphology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0467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PREFIX MIS- MEANS WRONG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8412480" cy="621792"/>
          </a:xfrm>
          <a:prstGeom prst="roundRect">
            <a:avLst>
              <a:gd name="adj" fmla="val 14706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16152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 mis- + read =misread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365760" y="1792224"/>
            <a:ext cx="8412480" cy="621792"/>
          </a:xfrm>
          <a:prstGeom prst="roundRect">
            <a:avLst>
              <a:gd name="adj" fmla="val 14706"/>
            </a:avLst>
          </a:prstGeom>
          <a:solidFill>
            <a:srgbClr val="F8F4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911096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 mis- + use =misuse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365760" y="2487168"/>
            <a:ext cx="8412480" cy="621792"/>
          </a:xfrm>
          <a:prstGeom prst="roundRect">
            <a:avLst>
              <a:gd name="adj" fmla="val 14706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94360" y="2606040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 mis- + take =mistake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365760" y="3182112"/>
            <a:ext cx="8412480" cy="621792"/>
          </a:xfrm>
          <a:prstGeom prst="roundRect">
            <a:avLst>
              <a:gd name="adj" fmla="val 14706"/>
            </a:avLst>
          </a:prstGeom>
          <a:solidFill>
            <a:srgbClr val="F8F4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94360" y="33009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 mis- + match =mismatch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🔤  Vocabulary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0467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WEEK’S WORDS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E5F7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25296"/>
            <a:ext cx="7863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  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drawing that shows what a place looks like from above.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365760" y="182880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956816"/>
            <a:ext cx="7863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compass rose  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symbol on a map that shows directions: north, south, east, west.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365760" y="256032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E5F7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94360" y="2688336"/>
            <a:ext cx="7863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scale  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line on a map that helps you measure real distances.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365760" y="329184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94360" y="3419856"/>
            <a:ext cx="7863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 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box on a map that explains what the symbols mean.</a:t>
            </a:r>
            <a:endParaRPr lang="en-US" sz="17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C7922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Grammar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COMMON AND PROPER NOUNS REVIEW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7899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2529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map showed the state of Arizona in red.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365760" y="181051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95681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country has a capital city.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365760" y="254203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94360" y="268833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followed the river all the way to Texas.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365760" y="327355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94360" y="341985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Pacific Ocean borders the western coast.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65760" y="4050792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turn. Tap the proper noun in each sentence — the one that names a specific place and starts with a capital letter. Tap a word to check — green means you got it.</a:t>
            </a:r>
            <a:endParaRPr lang="en-US" sz="15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C7922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Grammar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COMMON AND PROPER NOUNS REVIEW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7899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2529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map showed the state of </a:t>
            </a:r>
            <a:pPr indent="0" marL="0">
              <a:buNone/>
            </a:pPr>
            <a:r>
              <a:rPr lang="en-US" sz="16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Arizona</a:t>
            </a:r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in red.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365760" y="181051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95681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</a:t>
            </a:r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country has a capital city.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365760" y="254203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94360" y="268833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followed the river all the way to </a:t>
            </a:r>
            <a:pPr indent="0" marL="0">
              <a:buNone/>
            </a:pPr>
            <a:r>
              <a:rPr lang="en-US" sz="16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Texas.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365760" y="327355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94360" y="341985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</a:t>
            </a:r>
            <a:pPr indent="0" marL="0">
              <a:buNone/>
            </a:pPr>
            <a:r>
              <a:rPr lang="en-US" sz="16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Pacific</a:t>
            </a:r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Ocean borders the western coast.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65760" y="4050792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Answers revealed</a:t>
            </a:r>
            <a:endParaRPr lang="en-US" sz="15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0E1C42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🔠  Spelling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COMPOUND WORDS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365760" y="107899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BANK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365760" y="1353312"/>
            <a:ext cx="8412480" cy="100584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9050">
            <a:solidFill>
              <a:srgbClr val="0E1C42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94360" y="1481328"/>
            <a:ext cx="79552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mailbox   ·   postcard   ·   landmark   ·   notebook   ·   compass   ·   envelope   ·   journey   ·   letter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365760" y="251460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column does each word belong in?  Columns: Compound word  |  Not a compound word</a:t>
            </a:r>
            <a:endParaRPr lang="en-US" sz="15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0E1C42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🔠  Spelling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COMPOUND WORDS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11480" y="1078992"/>
            <a:ext cx="4114800" cy="457200"/>
          </a:xfrm>
          <a:prstGeom prst="roundRect">
            <a:avLst>
              <a:gd name="adj" fmla="val 16000"/>
            </a:avLst>
          </a:prstGeom>
          <a:solidFill>
            <a:srgbClr val="0E1C42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113385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Compound word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11480" y="1591056"/>
            <a:ext cx="411480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02920" y="1700784"/>
            <a:ext cx="3931920" cy="18836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mailbox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postcard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landmark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notebook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617720" y="1078992"/>
            <a:ext cx="4114800" cy="457200"/>
          </a:xfrm>
          <a:prstGeom prst="roundRect">
            <a:avLst>
              <a:gd name="adj" fmla="val 16000"/>
            </a:avLst>
          </a:prstGeom>
          <a:solidFill>
            <a:srgbClr val="0E1C42"/>
          </a:solidFill>
          <a:ln/>
        </p:spPr>
      </p:sp>
      <p:sp>
        <p:nvSpPr>
          <p:cNvPr id="10" name="Text 8"/>
          <p:cNvSpPr/>
          <p:nvPr/>
        </p:nvSpPr>
        <p:spPr>
          <a:xfrm>
            <a:off x="4663440" y="113385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a compound word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617720" y="1591056"/>
            <a:ext cx="411480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4709160" y="1700784"/>
            <a:ext cx="3931920" cy="18836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compass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envelope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journey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letter</a:t>
            </a:r>
            <a:endParaRPr lang="en-US" sz="14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CB85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📕  Read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68680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Is a Map?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65760" y="14630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COPYWORK — FROM THE NOVEL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365760" y="1719072"/>
            <a:ext cx="8412480" cy="1143000"/>
          </a:xfrm>
          <a:prstGeom prst="roundRect">
            <a:avLst>
              <a:gd name="adj" fmla="val 8000"/>
            </a:avLst>
          </a:prstGeom>
          <a:solidFill>
            <a:srgbClr val="F0E8FF"/>
          </a:solidFill>
          <a:ln w="19050">
            <a:solidFill>
              <a:srgbClr val="8B6FC0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94360" y="1847088"/>
            <a:ext cx="795528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“Maps help people find where they are, where they want to go, and how far away things are.”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365760" y="301752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PAUSE &amp; THINK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365760" y="3273552"/>
            <a:ext cx="8412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Stop after the sentence that names all four things a map has. That sentence is the central idea of this article — the next four sentences are the details that back it up. If you could keep only three of those details, which one would you cut, and why?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Optima Academy Online</dc:creator>
  <cp:lastModifiedBy>Optima Academy Online</cp:lastModifiedBy>
  <cp:revision>1</cp:revision>
  <dcterms:created xsi:type="dcterms:W3CDTF">2026-09-08T13:30:00Z</dcterms:created>
  <dcterms:modified xsi:type="dcterms:W3CDTF">2026-09-08T13:30:00Z</dcterms:modified>
</cp:coreProperties>
</file>