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6 Day 1. Nonfiction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use direction words like left, right, past, and between?.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Week 6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 Unit — Lesson 6.1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help us find our way. Think about a place you know really well — your house, your school, your neighborhood. Write directions from one spot to another for someone who has never been there. Be so clear they could follow your words!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help us find our way. Think about a place you know really well — your house, your school, your neighborhood. Write directions from one spot to another for someone who has never been there. Be so clear they could follow your words!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direction words like left, right, past, and between?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maps help people find their way and understand the world around them?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all maps have four things: a title, compass rose, scale, and key. Which of these do you think is most important? Why?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compass rose shows the directions north, south, east, and west.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it explains all the symbols on the map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it explains all the symbols on the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. It explains all the symbols on the map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mis- means wrong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misread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mis- + read =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misuse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mis- + use =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mis- + take =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mis- + match =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what a place looks like from above.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 rose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 on a map that shows directions: north, south, east, west.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on a map that helps you measure real distances.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on a map that explains what the symbols mean.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     postcard     compass     landmark     bedroom     sunlight     raincoat     notebook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sunlight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raincoat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all maps have four things: a title, compass rose, scale, and key. Which of these do you think is most important? Why?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395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help people find where they are, where they want to go, and how far away things are.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