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6.1. Reading: 📰 Read: What Is a Map?.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nonfiction readers look for the central idea as they read. The central idea is the most important point the author wants you to understand. Supporting details back it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key on a map is sometimes called a legend . It explains all the symbols on the map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key on a map is sometimes called a legend . It explains all the symbols on the map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Arizona, Every, Texas., Pacific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Arizona, Every, Texas., Pacific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Compound word: mailbox, postcard, landmark, notebook | Not a compound word: compass, envelope, journey, letter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Compound word: mailbox, postcard, landmark, notebook | Not a compound word: compass, envelope, journey, letter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6.1  ·  📰 Read: What Is a Map?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map of your street or your home in words. Write what someone would pass first, second, and third.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map of your street or your home in words. Write what someone would pass first, second, and third.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What Is a Map?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maps help people find their way and understand the world around them?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nonfiction readers look for the central idea as they read. The central idea is the most important point the author wants you to understand. Supporting details back it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compass rose shows the directions north, south, east, and west.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it explains all the symbols on the map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compass rose shows the directions north, south, east, and west.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it explains all the symbols on the map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. It explains all the symbols on the map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MIS- MEANS WRONG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read =misread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use =misuse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take =mistake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match =mismatch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what a place looks like from above.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 rose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 on a map that shows directions: north, south, east, west.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on a map that helps you measure real distances.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on a map that explains what the symbols mean.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showed the state of Arizona in red.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country has a capital city.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followed the river all the way to Texas.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Pacific Ocean borders the western coast.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 — the one that names a specific place and starts with a capital letter.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showed the state of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Arizona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red.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country has a capital city.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followed the river all the way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Ocean borders the western coast.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   ·   postcard   ·   landmark   ·   notebook   ·   compass   ·   envelope   ·   journey   ·   letter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Compound word  |  Not a compound word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compound word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 Read: What Is a Map?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“Maps help people find where they are, where they want to go, and how far away things are.”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maps help people find their way and understand the world around them?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text says all maps have four things: a title, compass rose, scale, and key. Which of these do you think is most important? Why?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