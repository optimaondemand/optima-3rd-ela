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6.1. Reading: What Is a Map?.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nonfiction readers look for the central idea as they read. The central idea is the most important point the author wants you to understand. Supporting details back it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 key on a map is sometimes called a legend . It explains all the symbols on the map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 key on a map is sometimes called a legend . It explains all the symbols on the map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Arizona, Every, Texas., Pacific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Arizona, Every, Texas., Pacific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Compound word: mailbox, postcard, landmark, notebook | Not a compound word: compass, envelope, journey, letter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Compound word: mailbox, postcard, landmark, notebook | Not a compound word: compass, envelope, journey, letter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🗺️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Nonfiction: Maps, Mail &amp; Places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6.1  ·  What Is a Map?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Diligence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map of your street or your home in words. Write what someone would pass first, second, and third.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map of your street or your home in words. Write what someone would pass first, second, and third.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Map?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maps help people find their way and understand the world around them?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nonfiction readers look for the central idea as they read. The central idea is the most important point the author wants you to understand. Supporting details back it up.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compass rose shows the directions north, south, east, and west.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on a map is sometimes called a legend it explains all the symbols on the map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compass rose shows the directions north, south, east, and west.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on a map is sometimes called a legend it explains all the symbols on the map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on a map is sometimes called a legend . It explains all the symbols on the map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MIS- MEANS WRONG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read =misread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use =misuse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take =mistake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match =mismatch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drawing that shows what a place looks like from above.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rose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symbol on a map that shows directions: north, south, east, west.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on a map that helps you measure real distances.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on a map that explains what the symbols mean.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AND PROPER NOUNS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showed the state of Arizona in red.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 has a capital city.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followed the river all the way to Texas.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Pacific Ocean borders the western coast.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proper noun in each sentence — the one that names a specific place and starts with a capital letter. Tap a word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AND PROPER NOUNS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showed the state of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red.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country has a capital city.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followed the river all the way to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Ocean borders the western coast.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WORDS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   ·   postcard   ·   landmark   ·   notebook   ·   compass   ·   envelope   ·   journey   ·   letter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Compound word  |  Not a compound word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compound word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Map?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“Maps help people find where they are, where they want to go, and how far away things are.”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 after the sentence that names all four things a map has. That sentence is the central idea of this article — the next four sentences are the details that back it up. If you could keep only three of those details, which one would you cut, and why?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2026-09-09T12:44:17Z</dcterms:created>
  <dcterms:modified xsi:type="dcterms:W3CDTF">2026-09-09T12:44:17Z</dcterms:modified>
</cp:coreProperties>
</file>