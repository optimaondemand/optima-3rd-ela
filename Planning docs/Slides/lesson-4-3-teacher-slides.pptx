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4 Day 3. Extension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how he changed, not just say he changed?.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6B3D"/>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4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5CB85C"/>
                </a:solidFill>
                <a:latin typeface="Calibri" pitchFamily="34" charset="0"/>
                <a:ea typeface="Calibri" pitchFamily="34" charset="-122"/>
                <a:cs typeface="Calibri" pitchFamily="34" charset="-120"/>
              </a:rPr>
              <a:t>Extension Week — Lesson 4.3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Compare Stanley's life before and after getting flattened. How did the experience change him? What did he learn? Write about one way Stanley is different at the end of the book than he was at the beginning.</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Compare Stanley's life before and after getting flattened. How did the experience change him? What did he learn? Write about one way Stanley is different at the end of the book than he was at the beginning.</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how he changed, not just say he changed?</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In the story, the museum has a most expensive painting in the world. What makes art valuable in real life?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Mr. Dart took him into the main hall, where the biggest and most important paintings were hung.</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famous museum of art had been losing paintings and mr dart the director was terribly upset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famous museum of art had been losing paintings and mr dart the director was terribly upset</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The Famous Museum of Art had been losing paintings , and Mr. Dart, the director , was terribly upset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pre- means before</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school</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view</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pay</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test</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airmail</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Mail sent by airplane.</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insurance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Protection in case something goes wrong.</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expensive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Costing a lot of money.</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postcard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card with a picture, sent through the mail.</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Vowel teams ai/ay and oa/ow</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paint     stain     tray     spray     toast     groan     slow     throw</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ai</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Vowel teams ai/ay and oa/ow — Sorted</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ai</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paint</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stain</a:t>
            </a:r>
            <a:endParaRPr lang="en-US" sz="1400" dirty="0"/>
          </a:p>
        </p:txBody>
      </p:sp>
      <p:sp>
        <p:nvSpPr>
          <p:cNvPr id="10" name="Shape 8"/>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1" name="Text 9"/>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ay</a:t>
            </a:r>
            <a:endParaRPr lang="en-US" sz="1400" dirty="0"/>
          </a:p>
        </p:txBody>
      </p:sp>
      <p:sp>
        <p:nvSpPr>
          <p:cNvPr id="12" name="Text 10"/>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tray</a:t>
            </a:r>
            <a:endParaRPr lang="en-US" sz="1400" dirty="0"/>
          </a:p>
        </p:txBody>
      </p:sp>
      <p:sp>
        <p:nvSpPr>
          <p:cNvPr id="13" name="Text 11"/>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spray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5" name="Shape 3"/>
          <p:cNvSpPr/>
          <p:nvPr/>
        </p:nvSpPr>
        <p:spPr>
          <a:xfrm>
            <a:off x="457200" y="13258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4356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Mr. Dart took him into the main hall, where the biggest and most important paintings were hung.</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Reading-Writing Connection (RWM)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