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W4D3: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studied maps and thought about where Stanley traveled. We learned how to read a map key.
Today: Read informational text about museums — compare the Famous Museum to real art museums.
Big Q: The Famous Museum has the "most expensive painting in the world." What makes something — art, a person, a story — valuable?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Mr. Dart took him into the main hall, where the biggest and most important paintings were 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famous museum of art had been losing paintings and mr dart the director was terribly upset
Answer: The Famous Museum of Art had been losing paintings, and Mr. Dart, the director, was terribly upset.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famous museum of art had been losing paintings and mr dart the director was terribly upset
Answer: The Famous Museum of Art had been losing paintings, and Mr. Dart, the director, was terribly upset.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Mr. Dart took him into the main hall, where the biggest and most important paintings were 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Suddenly, as if an electric light bulb had lit up in the air above his head, Stanley Lambchop had an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W4D3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W4D3: airmail, insurance, expensive, postcard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W4D3
Mr. Dart → proper
painting → common
Chief of Police → proper
hall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W4D3
Mr. Dart → proper
painting → common
Chief of Police → proper
hall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W4D3
{"ai":["paint","stain"],"ay":["tray","spray"],"oa":["toast","groan"],"ow":["slow","throw"]}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W4D3
{"ai":["paint","stain"],"ay":["tray","spray"],"oa":["toast","groan"],"ow":["slow","throw"]}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In the story, the museum has a most expensive painting in the world. What makes art valuable in real life?
Pause: In the story, the museum has a most expensive painting in the world. What makes art valuable in real life?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What happens at the Famous Museum in the story? Retell the important events.
Q2: How is the Famous Museum in the story like a real museum? How is it different?
Q3: Why do you think Jeff Brown put a museum in Stanley’s story? What does it add?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W4D3: REVISE &amp; EDIT
Today: EDIT. Use the CUPS check — Capitalization, Usage, Punctuation, Spelling. Mark any mistakes you find with a pencil.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Virtue: Curiosity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studied maps and thought about where Stanley traveled. We learned how to read a map key.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informational text about museums — compare the Famous Museum to real art museums.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has the "most expensive painting in the world." What makes something — art, a person, a story — valuable?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took him into the main hall, where the biggest and most important paintings were hung.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Mr. is abbreviated with a period. The comma before where introduces extra information about the hall.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 and mr dart the director was terribly upset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 and mr dart the director was terribly upset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paintings, and Mr. Dart, the director, was terribly upset.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took him into the main hall, where the biggest and most important paintings were hung.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uses biggest and most important to help you picture the paintings. Commas help add detail.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"Suddenly, as if an electric light bulb had lit up in the air above his head, Stanley Lambchop had an idea."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Apply — Find the Base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preschool is 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preview is 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prepay is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pretest is 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Context Clues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CLUES — Use the sentence to figure out the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45643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39136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464515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183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10235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of Police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of Police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 stain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4688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6888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  spray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6344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  groan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7512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2B7A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6656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 throw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museum has a most expensive painting in the world. What makes art valuable in real life?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museum has a most expensive painting in the world. What makes art valuable in real life?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at the Famous Museum in the story? Retell the important events.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the Famous Museum in the story like a real museum? How is it different?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you think Jeff Brown put a museum in Stanley’s story? What does it add?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REVISE &amp; EDIT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Edit: CUPS check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EDIT. Use the CUPS check — Capitalization, Usage, Punctuation, Spelling. Mark any mistakes you find with a pencil.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