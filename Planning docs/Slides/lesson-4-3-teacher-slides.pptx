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4.3. Reading: Extension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a story with related informational text . When you read a made-up story and a real article about the same topic, you can find what is the same and what is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Famous Museum of Art had been losing paintings , and Mr. Dart, the director , was terribly upset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Famous Museum of Art had been losing paintings , and Mr. Dart, the director , was terribly upset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california, texas., arthur, 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california, texas., arthur, new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paint, stain | ay: tray, spray | oa: toast, groan | ow: slow, throw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ai: paint, stain | ay: tray, spray | oa: toast, groan | ow: slow, throw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Extension Text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place you have read about but never visited. What do you imagine it is like?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place you have read about but never visited. What do you imagine it is like?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you’ll compare the story’s Famous Museum with real museums. What do you already know about museums? How might a real museum be different from the one in the story?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a story with related informational text . When you read a made-up story and a real article about the same topic, you can find what is the same and what is different.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Dart took him into the main hall, where the biggest and most important paintings were hung.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museum of art had been losing paintings and mr dart the director was terribly upset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Dart took him into the main hall, where the biggest and most important paintings were hung.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museum of art had been losing paintings and mr dart the director was terribly upset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Museum of Art had been losing paintings , and Mr. Dart, the director , was terribly upset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PRE- MEANS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You should preheat the oven before baking cookies.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We got to preview the movie before it came out.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You can prepay for your lunch so you don’t have to bring money.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My little sister goes to preschool because she is only four.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airmail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postcard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came from california last week.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the river all the way to texas.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arthur wrote the address.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went to new York City.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one word that should begin with a capital letter. Tap it.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NOUNS AND CAPITALIZATION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came from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last week.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the river all the way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wrote the address.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went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York City.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  ·   stain   ·   tray   ·   spray   ·   toast   ·   groan   ·   slow   ·   throw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ai  |  ay  |  oa  |  ow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TEAMS AI/AY AND OA/OW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07899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591056"/>
            <a:ext cx="2011680" cy="21031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700784"/>
            <a:ext cx="18288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“Mr. Dart took him into the main hall, where the biggest and most important paintings were hung.”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Today you’ll compare the story’s Famous Museum with real museums. What do you already know about museums? How might a real museum be different from the one in the story?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the story, the museum has a most expensive painting in the world. What makes art valuable in real life?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clean, publish-ready personal narrative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