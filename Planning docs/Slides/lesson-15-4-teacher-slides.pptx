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15.4. Reading: Performance Task.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reread key scenes to understand them more deeply.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Despereaux began the novel as a mouse who was told he was wrong about everything he loved.
Look for: Did you catch the proper noun (Despereaux), the comma after the introductory phrase, and capital letters?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Despereaux began the novel as a mouse who was told he was wrong about everything he loved.
Look for: Did you catch the proper noun (Despereaux), the comma after the introductory phrase, and capital letters?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it, She, mice, Despereaux's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it, She, mice, Despereaux's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Dropped the e: waved, named, shining | Doubled: wrapped, nodding, stopped | y → i: cried, hurried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Dropped the e: waved, named, shining | Doubled: wrapped, nodding, stopped | y → i: cried, hurried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🐭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15.4  ·  Performance Task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Courage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opening of your own story the way this book opens: someone small, in a place that does not want them.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opening of your own story the way this book opens: someone small, in a place that does not want them.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circle any word I was not sure how to spell?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Task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you notice on a second reading that you missed the first time?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reread key scenes to understand them more deeply.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despereaux began the novel as a mouse who was told he was wrong about everything he loved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by the end he had proved not only to the kingdom but to himself that being different was exactly right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despereaux began the novel as a mouse who was told he was wrong about everything he loved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by the end he had proved not only to the kingdom but to himself that being different was exactly right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Despereaux began the novel as a mouse who was told he was wrong about everything he loved.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proper noun (Despereaux), the comma after the introductory phrase, and capital letters?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+ SUFFIX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hopeless — base word: hope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darkness — base word: dark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bravely — base word: brave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impossible — base word: possible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dungeon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dark prison room, usually underground.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soul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deepest part of a person — who they really are inside.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armor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Metal covering worn to protect the body in battle.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forgiven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longer blamed for something you did wrong.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REVIEW: NOUNS AND PRONOUNS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Gregory held it up high.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pointed her finger at the rat.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mice gathered in the hall.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Despereaux's brothers stepped back.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Name what kind of word you tapped, and how you knew. Tap a word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REVIEW: NOUNS AND PRONOUNS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Gregory held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up high.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pointed her finger at the rat.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gathered in the hall.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Despereaux's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brothers stepped back.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REVIEW: ENDINGS THAT CHANGE THE BASE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waved   ·   named   ·   shining   ·   wrapped   ·   nodding   ·   stopped   ·   cried   ·   hurried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Dropped the e  |  Doubled  |  y → i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REVIEW: ENDINGS THAT CHANGE THE BASE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27127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262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Dropped the 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2712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25298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215640" y="1078992"/>
            <a:ext cx="27127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3261360" y="1133856"/>
            <a:ext cx="262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15640" y="1591056"/>
            <a:ext cx="2712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307080" y="1700784"/>
            <a:ext cx="25298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wrapped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nodding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stopped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019800" y="1078992"/>
            <a:ext cx="27127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4" name="Text 12"/>
          <p:cNvSpPr/>
          <p:nvPr/>
        </p:nvSpPr>
        <p:spPr>
          <a:xfrm>
            <a:off x="6065520" y="1133856"/>
            <a:ext cx="262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→ i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019800" y="1591056"/>
            <a:ext cx="2712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111240" y="1700784"/>
            <a:ext cx="25298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hurried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Task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 — FROM THE NOVEL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19072"/>
            <a:ext cx="8412480" cy="114300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 w="1905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47088"/>
            <a:ext cx="79552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 April sun, weak but determined, shone through a castle window and from there squeezed itself through a small hole in the wall and placed one golden finger on the little mouse.”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327355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In two or three sentences, describe who Despereaux is at the start of the novel. What does he believe? What does he love? What does everyone else think of him?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In two or three sentences, describe who Despereaux is at the end. What has he done? What has he learned? How has the world's opinion of him changed?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your performance task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2026-09-08T13:30:00Z</dcterms:created>
  <dcterms:modified xsi:type="dcterms:W3CDTF">2026-09-08T13:30:00Z</dcterms:modified>
</cp:coreProperties>
</file>