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15.4. Reading: Performance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reread key scenes to understand them more deeply.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began the novel as a mouse who was told he was wrong about everything he loved.
Look for: Did you catch the proper noun (Despereaux), the comma after the introductory phrase,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began the novel as a mouse who was told he was wrong about everything he loved.
Look for: Did you catch the proper noun (Despereaux), the comma after the introductory phrase,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it, She, mice,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it, She, mice,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waved, named, shining | Doubled: wrapped, nodding, stopped | y → i: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waved, named, shining | Doubled: wrapped, nodding, stopped | y → i: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15.4  ·  Performance Task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opening of your own story the way this book opens: someone small, in a place that does not want them.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opening of your own story the way this book opens: someone small, in a place that does not want them.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Task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notice on a second reading that you missed the first time?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reread key scenes to understand them more deeply.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began the novel as a mouse who was told he was wrong about everything he loved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by the end he had proved not only to the kingdom but to himself that being different was exactly right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began the novel as a mouse who was told he was wrong about everything he loved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by the end he had proved not only to the kingdom but to himself that being different was exactly right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began the novel as a mouse who was told he was wrong about everything he loved.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(Despereaux), the comma after the introductory phrase,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SUFFIX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darkness — base word: dark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bravely — base word: brave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impossible — base word: possible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longer blamed for something you did wrong.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at the rat.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gathered in the hall.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brothers stepped back.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Name what kind of word you tapped, and how you knew.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at the rat.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gathered in the hall.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brothers stepped back.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   ·   named   ·   shining   ·   wrapped   ·   nodding   ·   stopped   ·   cried   ·   hurried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Dropped the e  |  Doubled  |  y → i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Task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April sun, weak but determined, shone through a castle window and from there squeezed itself through a small hole in the wall and placed one golden finger on the little mouse.”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 you notice on a second reading that you missed the first time?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does knowing the ending change how you read the beginning?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Which scene would you read aloud to someone who had never heard the book?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performance task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