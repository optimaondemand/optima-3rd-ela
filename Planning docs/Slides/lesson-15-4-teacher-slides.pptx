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15.4. Reading: Performance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reread key scenes to understand them more deeply.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Despereaux began the novel as a mouse who was told he was wrong about everything he loved.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Despereaux began the novel as a mouse who was told he was wrong about everything he loved.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Quiet describes a thing. The walking needs an adverb: quietly.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Quiet describes a thing. The walking needs an adverb: quietly.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quiet, mouses, Her, quick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quiet, mouses, Her, quick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vowel is followed by r, the r takes over and the vowel says neither its short nor its long sound: ar (car), or (corn), and er, ir, ur, which all say the same thing. That is an r-controlled syllable.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15.4  ·  Performance Task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opening of your own story the way this book opens: someone small, in a place that does not want them.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opening of your own story the way this book opens: someone small, in a place that does not want them.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Task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on a second reading that you missed the first time?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reread key scenes to understand them more deeply.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ended the story as a mouse who knew exactly who he was.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a name and starts with a capital letter. He and who are pronouns standing in for the mouse. A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began the novel as a mouse who was told he was wrong about everything he loved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began the novel as a mouse who was told he was wrong about everything he loved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began the novel as a mouse who was told he was wrong about everything he loved.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-er means more, or one who does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teacher = one who teaches · louder = more loud · hunter = one who hunts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Dice Roll Challenge! Roll a word, then say out loud what it means and how the word part changed it. Tap to check yourself.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prison room, usually underground.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part of a person — who they really are inside.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covering worn to protect the body in battle.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forgiven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blamed for something you did wrong.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this one. In the four sentences below, each has exactly one mistake — and not all of them are about adverbs.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05456"/>
            <a:ext cx="841248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Read it aloud. Is quiet describing Despereaux, or describing the walking?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would it have to be instead?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this one. In the four sentences below, each has exactly one mistake — and not all of them are about adverbs.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8412480" cy="2587752"/>
          </a:xfrm>
          <a:prstGeom prst="roundRect">
            <a:avLst>
              <a:gd name="adj" fmla="val 353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322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578608"/>
            <a:ext cx="80101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describes a thing. The walking needs an adverb: quietly.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walked quiet down the hall.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mouses ears were very large.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and Mig went down to the kitchen.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moved quick through the dark.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Each sentence has one mistake. Nobody tells you what kind, and two of them are left over from earlier in this unit. Tap the word that is wrong.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walked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the hall.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ears were very large.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Mig went down to the kitchen.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moved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the dark.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→ quietly, and quick → quickly. Both describe the action.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mouses → mouse’s. The ears belong to the mouse, so it needs the apostrophe — a possessive noun, from Week 9.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→ She. That pronoun is doing the going, not receiving it — from Week 10.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vowel is followed by r, the r takes over and the vowel says neither its short nor its long sound: ar (car), or (corn), and er, ir, ur, which all say the same thing. That is an r-controlled syllable.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Dice! Roll a word, say it out loud, decide — then tap to check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April sun, weak but determined, shone through a castle window and from there squeezed itself through a small hole in the wall and placed one golden finger on the little mouse.”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two or three sentences, describe who Despereaux is at the start of the novel. What does he believe? What does he love? What does everyone else think of him?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two or three sentences, describe who Despereaux is at the end. What has he done? What has he learned? How has the world's opinion of him changed?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performance task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