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22 Day 4. The Whipping Boy.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show what I DID, not just say I proved them wrong?.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4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 Week 22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 — Lesson 22.4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now read Flat Stanley, The Tale of Despereaux, and The Whipping Boy. All three books have characters who are underestimated — people think they cannot do much, but they prove everyone wrong. Write about a time someone underestimated YOU. What did you do to prove them wrong? Start with: 'People did not think I could... but I showed them by...'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now read Flat Stanley, The Tale of Despereaux, and The Whipping Boy. All three books have characters who are underestimated — people think they cannot do much, but they prove everyone wrong. Write about a time someone underestimated YOU. What did you do to prove them wrong? Start with: 'People did not think I could... but I showed them by...'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show what I DID, not just say I proved them wrong?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carry a book with them even after they close the cover. Today we celebrate what we've read, share our thinking, and reflect on what we'll take away.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carry a book with them even after they close the cover. Today we celebrate what we've read, share our thinking, and reflect on what we'll take away.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broke into a smile you could warm your hands over.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let out a laugh that bounced off the stone walls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let out a laugh that bounced off the stone walls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let out a laugh that bounced off the stone walls.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J on Jemmy; period at the end. Narration — no quotation marks.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Port and spect — celebration review (Day 4)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carry across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look at with admiration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look forward to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carry back; give an account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carefully and deeply about something you've experienced.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honor something with joy; to mark an achievement.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work of fiction with characters, plot, and theme.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memorable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remembering; leaving a lasting impression.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 Review (Day 4: Full review — write and check)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was placed under the prince's protection.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and Petunia were given a royal title.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left the throne room side by side.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 glared at him and refused the reward.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 Review (Day 4: Full review — write and check)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prince's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Petunia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throne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glared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Multisyllabic Decoding — Unit Celebration Sort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exasperation     mulishness     bewildered     instinct     merriment     protection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syllables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or more syllables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Multisyllabic Decoding — Unit Celebration Sort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syllables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exasperation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or more syllables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mulishness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bewildered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instinct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merriment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9443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“Some stories end. Some stories only seem to.”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two-sentence contrast — parallel structure with a twist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Fleischman ends by suggesting the story isn't really over. Do you agree? What in the story feels unfinished — or finished in a way that will last beyond the last page?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sentences. Both start with  "Some stories."  The second corrects the first with just four more words:  "only seem to."  How does using the exact same opening — and then twisting the ending — make the idea land harder than if he had written it as one sentence?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22 · Compare &amp; Present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