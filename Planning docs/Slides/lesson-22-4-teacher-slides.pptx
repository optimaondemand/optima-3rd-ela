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22.4. Reading: Synthesis: Publish + Celebrate.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carry a book with them even after they close the cover. Today we celebrate what we've read, share our thinking, and reflect on what we'll take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Jemmy let out a laugh that bounced off the stone walls. 
Look for: Capital J on Jemmy; period at the end. Narration — no quotation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Jemmy let out a laugh that bounced off the stone walls. 
Look for: Capital J on Jemmy; period at the end. Narration — no quotation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She, They, him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She, They, him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or more syllables: exasperation | 3 syllables: mulishness, bewildered, instinct, merriment, protection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or more syllables: exasperation | 3 syllables: mulishness, bewildered, instinct, merriment, protection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22.4  ·  Synthesis: Publish + Celebrate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letter to Jemmy telling him what you thought of his choices.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letter to Jemmy telling him what you thought of his choices.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check that my whole letter makes sense from beginning to end?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 Publish + Celebrate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carry a book with them even after they close the cover. Today we celebrate what we've read, share our thinking, and reflect on what we'll take away.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carry a book with them even after they close the cover. Today we celebrate what we've read, share our thinking, and reflect on what we'll take away.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broke into a smile you could warm your hands over.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let out a laugh that bounced off the stone walls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let out a laugh that bounced off the stone walls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Jemmy let out a laugh that bounced off the stone walls.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J on Jemmy; period at the end. Narration — no quotation marks.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AND SPECT — CELEBRATION REVIEW (DAY 4)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transport — carry across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respect — look at with admiration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expect — look forward to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report — carry back; give an account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memorable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 REVIEW (DAY 4: FULL REVIEW — WRITE AND CHECK)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placed under the prince's protection.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and Petunia were given a royal title.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left the throne room side by side.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Betsy glared at him and refused the reward.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 REVIEW (DAY 4: FULL REVIEW — WRITE AND CHECK)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placed under the prince's protection.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Petunia were given a royal title.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left the throne room side by side.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Betsy glared at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refused the reward.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MULTISYLLABIC DECODING — UNIT CELEBRATION SORT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exasperation   ·   mulishness   ·   bewildered   ·   instinct   ·   merriment   ·   protection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4 or more syllables  |  3 syllables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MULTISYLLABIC DECODING — UNIT CELEBRATION SORT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or more syllables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exasperation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syllables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mulishness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bewildered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instinct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merriment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 Publish + Celebrate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Good readers carry a book with them even after they close the cover. Today we celebrate what we've read, share our thinking, and reflect on what we'll take away.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Rossetti could have written “do not step on bugs.” Explain why giving the cricket a cheerful voice makes the poem harder to ignore.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Look at the letters around the dot in each word. Count: vowel, consonant, consonant, vowel. That's the VCCV pattern 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