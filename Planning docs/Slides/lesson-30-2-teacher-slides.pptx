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30 Day 2.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how I changed, not just that I changed?.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30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30.2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changes the most in this story — from selfish to brave. Think of how YOU have changed this year. What is one way you are different now than you were at the beginning of the year?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changes the most in this story — from selfish to brave. Think of how YOU have changed this year. What is one way you are different now than you were at the beginning of the year?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how I changed, not just that I changed?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recognize when a story has truly fulfilled its theme?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three moments from different parts of the novel that all support the same theme. Write the chapter number and a one-sentence explanation for each.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fought bravely battle, Peter battlefield.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was defeated at last and narnia had four kings and queens for the first time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was defeated at last and narnia had four kings and queens for the first time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= proper noun (capital W for Witch); comma before and joining two clauses; Narnia = proper noun (capital N);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Review roots and bases from the year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Review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supreme ruler of a country or kingdom.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ceremony in which a ruler is officially crowned.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to friendship or peace after a conflict.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vanquished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Defeated completely in battle.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recognize when a story has truly fulfilled its theme?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three moments from different parts of the novel that all support the same theme. Write the chapter number and a one-sentence explanation for each.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30 · FINAL EDIT — Conventions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