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30.2.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Edmund fought bravely battle, Peter battlefield.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Witch was defeated at last, and Narnia had four kings and queens for the first time. 
Look for: The White Witch = proper noun (capital W for Witch); comma before and joining two clauses; Narnia = proper noun (capital 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The White Witch was defeated at last, and Narnia had four kings and queens for the first time. 
Look for: The White Witch = proper noun (capital W for Witch); comma before and joining two clauses; Narnia = proper noun (capital 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 — proper noun, needs capital A., The White Witch — proper noun title, both words capitalized., Peter — proper noun, needs capital P., Already correct — Edmund and Witch are capitalized.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Aslan — proper noun, needs capital A., The White Witch — proper noun title, both words capitalized., Peter — proper noun, needs capital P., Already correct — Edmund and Witch are capitalized.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🦁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30.2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Loyalty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slips quietly away. Why do you think he leaves without saying goodbye? Write what you believe.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slips quietly away. Why do you think he leaves without saying goodbye? Write what you believe.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read my writing out loud to check that it makes sense?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how the ending reveals theme.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 noun — capital 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fought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Irregular past tense of fight.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bravely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Adverb — tells how he fought.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2962656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05409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battle,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 before and joining two independent clauses.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was defeated at last and narnia had four kings and queens for the first time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was defeated at last and narnia had four kings and queens for the first time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The White Witch was defeated at last, and Narnia had four kings and queens for the first time.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= proper noun (capital W for Witch); comma before and joining two clauses; Narnia = proper noun (capital N);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ROOTS AND BASES FROM THE YEAR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Review roots and bases from the year. Look at each word carefully.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&amp; MATCH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sovereign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supreme ruler of a country or kingdom.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coronation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ceremony in which a ruler is officially crowned.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 to friendship or peace after a conflict.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vanquished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Defeated completely in battle.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FOR PUNCTUATION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led the army across the field.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raised her wand.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fought bravely.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broke the Witch's wand.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key word or pattern in each sentence. Think: what rule does it follow?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FOR PUNCTUATION AND CAPITALIZATION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aslan led the army across the field.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white witch raised her wand.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peter fought bravely.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 broke the Witch's wand.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4A90D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2026-09-08T13:30:01Z</dcterms:created>
  <dcterms:modified xsi:type="dcterms:W3CDTF">2026-09-08T13:30:01Z</dcterms:modified>
</cp:coreProperties>
</file>