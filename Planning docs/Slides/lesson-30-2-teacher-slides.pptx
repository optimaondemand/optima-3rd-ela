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30.2.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Edmund fought bravely battle, Peter battlefield.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Witch was defeated at last, and Narnia had four kings and queens for the first time. 
Look for: The White Witch = proper noun (capital W for Witch); comma before and joining two clauses; Narnia = proper noun (capital N);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White Witch was defeated at last, and Narnia had four kings and queens for the first time. 
Look for: The White Witch = proper noun (capital W for Witch); comma before and joining two clauses; Narnia = proper noun (capital N);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 — proper noun, needs capital A., The White Witch — proper noun title, both words capitalized., Peter — proper noun, needs capital P., Already correct — Edmund and Witch are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Aslan — proper noun, needs capital A., The White Witch — proper noun title, both words capitalized., Peter — proper noun, needs capital P., Already correct — Edmund and Witch are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30.2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slips quietly away. Why do you think he leaves without saying goodbye? Write what you believe.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slips quietly away. Why do you think he leaves without saying goodbye? Write what you believe.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ending reveals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fought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tense of fight.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 — tells how he fought.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before and joining two independent clauses.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was defeated at last and narnia had four kings and queens for the first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was defeated at last and narnia had four kings and queens for the first time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White Witch was defeated at last, and Narnia had four kings and queens for the first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= proper noun (capital W for Witch); comma before and joining two clauses; Narnia = proper noun (capital N);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BASES FROM THE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Review roots and bases from the year.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supreme ruler of a country or kingdom.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ceremony in which a ruler is officially crowned.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to friendship or peace after a conflict.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vanquished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completely in battle.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FOR PUNCTUATION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led the army across the field.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raised her wand.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fought bravely.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broke the Witch's wand.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FOR PUNCTUATION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led the army across the field.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raised her wand.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fought bravely.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broke the Witch's wand.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