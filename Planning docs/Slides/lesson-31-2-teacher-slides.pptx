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31.2. Reading: Reading: Week 31.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Jemmy survived courage grows it.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Although Prince Brat had been selfish and cruel, he learned what real courage looked like when Jemmy protected him. 
Look for: Although begins the dependent clause; comma after cruel; Prince Brat = proper noun (capitals); when begins second dependent clause;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Although Prince Brat had been selfish and cruel, he learned what real courage looked like when Jemmy protected him. 
Look for: Although begins the dependent clause; comma after cruel; Prince Brat = proper noun (capitals); when begins second dependent clause;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One subject, one verb, one complete thought — simple sentence., Two complete thoughts joined by and — compound sentence., Dependent clause begins with although — complex sentence., Dependent clause begins with because — complex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One subject, one verb, one complete thought — simple sentence., Two complete thoughts joined by and — compound sentence., Dependent clause begins with although — complex sentence., Dependent clause begins with because — complex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🎉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 Synthesis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31.2  ·  Reading: Week 31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Gratitude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two characters from different books and write about what they have in common.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two characters from different books and write about what they have in common.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for every name?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Week 31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how two authors present the same topic or theme.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character name, capital J.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Past-tense verb — irregular past of survive.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noun — the theme word.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grows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Present-tense verb — general truth uses present tense.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prince brat had been selfish and cruel he learned what real courage looked like when jemmy protected him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prince brat had been selfish and cruel he learned what real courage looked like when jemmy protected him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Although Prince Brat had been selfish and cruel, he learned what real courage looked like when Jemmy protected him.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begins the dependent clause; comma after cruel; Prince Brat = proper noun (capitals); when begins second dependent clause;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REVIEW: PREFIXES AND SUFFIXES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 review: prefixes and suffixes. Look at each word carefully.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&amp; MATCH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courageous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or showing courage; willing to act despite fear.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perseverance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Continuing to try even when things are hard.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quality that shows good character and moral strength.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the right thing even when no one is watching.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SPIRAL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made a terrible mistake.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was brave, and she never gave up on Narnia.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Despereaux was small, his heart was enormous.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ran because his life depended on it.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key word or pattern in each sentence. Think: what rule does it follow?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SPIRAL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made a terrible mistake.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was brave, and she never gave up on Narnia.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Despereaux was small, his heart was enormous.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ran because his life depended on it.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Week 31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Compare how two authors present the same topic or theme.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As you read today, ask yourself: How does a fiction author show courage differently from the way an informational author explains it?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Before you write: which form will you choose, and why that one?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2026-09-07T02:45:02Z</dcterms:created>
  <dcterms:modified xsi:type="dcterms:W3CDTF">2026-09-07T02:45:02Z</dcterms:modified>
</cp:coreProperties>
</file>