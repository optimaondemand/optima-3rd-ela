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31.2.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Jemmy survived courage grows it.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Although Prince Brat had been selfish and cruel, he learned what real courage looked like when Jemmy protected him. 
Look for: Although begins the dependent clause; comma after cruel; Prince Brat = proper noun (capitals); when begins second dependent clause;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Although Prince Brat had been selfish and cruel, he learned what real courage looked like when Jemmy protected him. 
Look for: Although begins the dependent clause; comma after cruel; Prince Brat = proper noun (capitals); when begins second dependent clause;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One subject, one verb, one complete thought — simple sentence., Two complete thoughts joined by and — compound sentence., Dependent clause begins with although — complex sentence., Dependent clause begins with because — complex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One subject, one verb, one complete thought — simple sentence., Two complete thoughts joined by and — compound sentence., Dependent clause begins with although — complex sentence., Dependent clause begins with because — complex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31.2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characters from different books and write about what they have in common.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characters from different books and write about what they have in common.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two authors present the same topic or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character name, capital J.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 — irregular past of survive.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noun — the theme word.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Present-tense verb — general truth uses present tense.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prince brat had been selfish and cruel he learned what real courage looked like when jemmy protected him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prince brat had been selfish and cruel he learned what real courage looked like when jemmy protected him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Although Prince Brat had been selfish and cruel, he learned what real courage looked like when Jemmy protected him.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begins the dependent clause; comma after cruel; Prince Brat = proper noun (capitals); when begins second dependent clause;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REVIEW: PREFIXES AND SUFFIXES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 review: prefixes and suffixes.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or showing courage; willing to act despite fear.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to try even when things are hard.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that shows good character and moral strength.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right thing even when no one is watching.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made a terrible mistake.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was brave, and she never gave up on Narnia.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Despereaux was small, his heart was enormous.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ran because his life depended on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made a terrible mistake.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was brave, and she never gave up on Narnia.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Despereaux was small, his heart was enormous.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ran because his life depended on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