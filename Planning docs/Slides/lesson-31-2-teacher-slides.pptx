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31 Day 2. Extension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whether it was easy or hard and how I know?.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grammar point with students. These are the key patterns to notice before fixing the next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Week 31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Unit — Lesson 31.2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a character from one of the novels we have read this year who showed courage. What did they do? Was it easy or hard for them? How do you know?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a character from one of the novels we have read this year who showed courage. What did they do? Was it easy or hard for them? How do you know?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whether it was easy or hard and how I know?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a fiction author show courage differently from the way an informational author explains it?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author of Text 2 SHOW Mira's courage without telling you directly 'Mira was brave'? List two specific details.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2646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Proper noun — character name, capital J.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568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Past-tense verb — irregular past of survive.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871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Abstract noun — the theme word.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Present-tense verb — general truth uses present tense.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5478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Period — ends the compound-complex sentence.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prince brat had been selfish and cruel he learned what real courage looked like when jemmy protected him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prince brat had been selfish and cruel he learned what real courage looked like when jemmy protected him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Prince Brat had been selfish and cruel, he learned what real courage looked like when Jemmy protected him.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begins the dependent clause; comma after cruel; Prince Brat = proper noun (capitals); when begins second dependent clause;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Morphology review: prefixes and suffixes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Identify: Does this word use Review 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 showing courage; willing to act despite fear.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to try even when things are hard.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quality that shows good character and moral strength.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right thing even when no one is watching.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a fiction author show courage differently from the way an informational author explains it?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author of Text 2 SHOW Mira's courage without telling you directly 'Mira was brave'? List two specific details.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31 · DRAFT Opening + Claim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