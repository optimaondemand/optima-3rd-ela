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25.4. Reading: Reading: Ch. 1–3.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in a fantasy story slow down and pay attention to how the author builds the world . Details of setting, character, and pattern all work together to create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sentence in the lesson: Because Mr Tumnus Witch, Lucy.
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Although Lucy was frightened, she kept walking deeper into the wood because she was curious. 
Look for: Although begins the dependent clause; comma after frightened separates it from the main clause; Lucy is a proper noun (capital);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Although Lucy was frightened, she kept walking deeper into the wood because she was curious. 
Look for: Although begins the dependent clause; comma after frightened separates it from the main clause; Lucy is a proper noun (capital);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🦁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Lion, the Witch and the Wardrobe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25.4  ·  Reading: Ch. 1–3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Loyalty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Edmund lies about Narnia. Why do you think he does? Write what you believe.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Edmund lies about Narnia. Why do you think he does? Write what you believe.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use a capital letter for every name?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Ch. 1–3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 yourself in fantasy settings.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in a fantasy story slow down and pay attention to how the author builds the world . Details of setting, character, and pattern all work together to create meaning.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GRAMMAR POINTS IN THE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word — begins the dependent clause.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105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abbreviation — capital M, period after 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340864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43230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Tumnus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noun — capital 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962656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05409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Witch,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noun — capital W; comma after the dependent clause.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lucy was frightened she kept walking deeper into the wood because she was curious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lucy was frightened she kept walking deeper into the wood because she was curious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Although Lucy was frightened, she kept walking deeper into the wood because she was curious.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begins the dependent clause; comma after frightened separates it from the main clause; Lucy is a proper noun (capital);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INTER- MEANS BETWEEN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Complete each sentence in your notebook to show you understand the word part.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Ch. 1–3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Orient yourself in fantasy settings.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 you read today, ask yourself: What makes a reader believe in a fantasy world an author has invented?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 the chapters you are reading, find one thing that is not a person but behaves like one. Copy the sentence and underline what gives it away.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2026-09-07T02:45:02Z</dcterms:created>
  <dcterms:modified xsi:type="dcterms:W3CDTF">2026-09-07T02:45:02Z</dcterms:modified>
</cp:coreProperties>
</file>