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Because Mr Tumnus Witch, Lucy.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Lucy was frightened, she kept walking deeper into the wood because she was curious. 
Look for: Although begins the dependent clause; comma after frightened separates it from the main clause; Lucy is a proper noun (capital);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Lucy was frightened, she kept walking deeper into the wood because she was curious. 
Look for: Although begins the dependent clause; comma after frightened separates it from the main clause; Lucy is a proper noun (capital);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lies about Narnia. Why do you think he does? Write what you believe.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lies about Narnia. Why do you think he does? Write what you believe.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abbreviation — capital M, period after 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Tumnus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W; comma after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lucy was frightened she kept walking deeper into the wood because she was curious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lucy was frightened she kept walking deeper into the wood because she was curious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Although Lucy was frightened, she kept walking deeper into the wood because she was curious.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begins the dependent clause; comma after frightened separates it from the main clause; Lucy is a proper noun (capital);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