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25 Day 4.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at least one example or reason?.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25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25.4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follows Lucy into Narnia but has a very different experience. Why do you think two people can visit the same place and feel completely different about it?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follows Lucy into Narnia but has a very different experience. Why do you think two people can visit the same place and feel completely different about it?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at least one example or reason?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makes a reader believe in a fantasy world an author has invented?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this sentence: C.S. Lewis makes Narnia feel real by ___. Include at least one detail from the book.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Mr Tumnus Witch, Lucy.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frightened separates it from the main clause; Lucy is a proper noun (capital);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inter- means between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Explain: What does inter- mean?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makes a reader believe in a fantasy world an author has invented?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this sentence: C.S. Lewis makes Narnia feel real by ___. Include at least one detail from the book.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then she saw that there was a light ahead of her; not a few inches away where the back of the wardrobe ought to have been, but a long way off.”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contrast using but — expected vs. actual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expects the wardrobe to end. Instead, there's light far ahead. What moment in your own life surprised you the way this surprised Lucy? What does it feel like when a place turns out to be bigger than expected?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tells us what Lucy expected to see ( "not a few inches away where the back ought to have been" ) before telling us what she actually saw. Why include what wasn't there? How does telling us the expected thing make the surprising thing even bigger?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25 · CLOSING Sentence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