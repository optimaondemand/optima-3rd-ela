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9.3. Reading: Ch. 12–13.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notice the moment everything changes . Every story has a turning point — a moment when a character makes a choice or something happens that cannot be undone.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climbed the rope and looked into the bright room above him for the very first time.
Look for: Did you catch the proper nouns (Roscuro, Princess Pea), the comma,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climbed the rope and looked into the bright room above him for the very first time.
Look for: Did you catch the proper nouns (Roscuro, Princess Pea), the comma,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Antoinette's, king's, threadmaster's, Despereaux's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Antoinette's, king's, threadmaster's, Despereaux's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Kept the e: bravely, useless, careful, hopeful | Dropped the e: waved, named, staring, shining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Kept the e: bravely, useless, careful, hopeful | Dropped the e: waved, named, staring, shining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9.3  ·  Ch. 12–13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says one word to the threadmaster instead of saying he is sorry. If you could say one word to the Mouse Council, what would it be?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says one word to the threadmaster instead of saying he is sorry. If you could say one word to the Mouse Council, what would it be?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12–13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Roscuro trying to do in Chapter 12?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the moment everything changes . Every story has a turning point — a moment when a character makes a choice or something happens that cannot be undone.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climbed the rope and looked into the bright room above him for the very first time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pea looked right at roscuro and her gaze pushed him back into the darkness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climbed the rope and looked into the bright room above him for the very first time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pea looked right at roscuro and her gaze pushed him back into the darkness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climbed the rope and looked into the bright room above him for the very first time.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(Roscuro, Princess Pea), the comma,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 — base word hope = without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fearless — base word fear = without fear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endless — base word end = without end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useless — base word use = without use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dark prison room, usually underground.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important and respected that it must never be broken.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absence of light.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 very quietly, using breath instead of voice.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Antoinette's children gathered around to stare.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king's music filled the room.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threadmaster's breath was in his ear.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 heart thudded once, twice.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possessive noun — the one with an apostrophe.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Antoinette's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children gathered around to stare.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music filled the room.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threadmaster's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breath was in his ear.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heart thudded once, twice.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THE FINAL 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bravely   ·   useless   ·   careful   ·   hopeful   ·   waved   ·   named   ·   staring   ·   shining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Kept the e  |  Dropped the 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THE FINAL 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the 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useless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12–13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Despereaux was led away. At the last moment, Antoinette came out of her faint and shouted one word to her child.”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Roscuro climbs up into the light. What is he hoping for? What clue does the author drop that this won't go well?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Something terrible happens at the queen's banquet table. What happens, and what are the consequences for the whole kingdom?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your story's conflict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