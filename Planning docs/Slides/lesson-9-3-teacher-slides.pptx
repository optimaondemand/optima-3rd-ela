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9.3. Reading: Ch. 12–13.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notice the moment everything changes. Every story has a turning point — a moment when a character makes a choice or something happens that cannot be undone.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Roscuro climbed the rope and looked into the bright room above him for the very first time. 
Look for: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Roscuro climbed the rope and looked into the bright room above him for the very first time. 
Look for: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talk through the questions before revealing the pattern.
A possessive noun shows that something belongs to someone. Add an apostrophe and s to a singular noun: the mouse’s tail. The apostrophe is what makes it possessive — without it, the word is just a plural.
Despereaux’s — the heart belongs to Despereaux.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talk through the questions before revealing the pattern.
A possessive noun shows that something belongs to someone. Add an apostrophe and s to a singular noun: the mouse’s tail. The apostrophe is what makes it possessive — without it, the word is just a plural.
Despereaux’s — the heart belongs to Despereaux.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mouse's, king's, princess's, brothers'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mouse's, king's, princess's, brothers'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Rule: When a word ends in a consonant + y, change the y to i before most endings: carry → carried. Two exceptions: keep the y before -ing (carrying), and change nothing when a vowel comes before the y (played).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Writer’s Workshop stage for the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1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🐭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Tale of Despereaux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9.3  ·  Ch. 12–13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Courage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 says one word to the threadmaster instead of saying he is sorry. If you could say one word to the Mouse Council, what would it be?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 says one word to the threadmaster instead of saying he is sorry. If you could say one word to the Mouse Council, what would it be?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use a capital letter for every name?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6F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1498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12–13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4650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745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Roscuro trying to do in Chapter 12?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4378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notice the moment everything changes. Every story has a turning point — a moment when a character makes a choice or something happens that cannot be undone.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— STUDY WHAT IS RIGHT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E5F7FC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0700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rat's eyes burned when the light from the upstairs room touched them.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359152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rat’s has an apostrophe and an s because the eyes belong to one rat. The sentence starts with a capital letter and ends with a period.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roscuro climbed the rope and looked into the bright room above him for the very first time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roscuro climbed the rope and looked into the bright room above him for the very first time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Roscuro climbed the rope and looked into the bright room above him for the very first time.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6F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DIS-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dis- + appear →disappear — to stop being seen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dis- + like →dislike — to not like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06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dis- + agree →disagree — to not agree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3182112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3009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dis- + obey →disobey — to not obey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dungeon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dark prison room, usually underground.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sacred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important and respected that it must never be broken.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darkness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absence of light.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speak very quietly, using breath instead of voice.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 — What do you notice?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POSSESSIVE NOUNS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noun below has an apostrophe. Look at where it sits.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them,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Despereaux’s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thudded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once,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twice.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212848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3408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4360" y="23408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Despereaux’s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neck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65760" y="300837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IT THROUGH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255264"/>
            <a:ext cx="841248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 does each of these phrases tell you about who owns what?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Is the apostrophe before the s or after it? Is it the same in both?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do you think decides which side it goes on?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 — What do you notice?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POSSESSIVE NOUNS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noun below has an apostrophe. Look at where it sits.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them,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Despereaux’s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thudded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once,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twice.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212848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3408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4360" y="23408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Despereaux’s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neck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65760" y="3008376"/>
            <a:ext cx="8412480" cy="1837944"/>
          </a:xfrm>
          <a:prstGeom prst="roundRect">
            <a:avLst>
              <a:gd name="adj" fmla="val 4975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6928" y="30723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THE PATTERN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3328416"/>
            <a:ext cx="8010144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possessive noun shows that something belongs to someone. Add an apostrophe and s to a singular noun: the mouse’s tail. The apostrophe is what makes it possessive — without it, the word is just a plural.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Despereaux’s — the heart belongs to Despereaux.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POSSESSIVE NOUNS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tail of the mouse → the ______ tail (apostrophe)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soup of the king → the ______ soup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spoon of the princess → the ______ spoon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ears of the brothers → the ______ ears (more than one brother)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turn. Rewrite each one the short way, using an apostrophe. The last one belongs to more than one brother, so look at where the apostrophe lands.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POSSESSIVE NOUNS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tail of the mouse → the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mouse's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tail (apostrophe)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soup of the king → the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king's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soup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spoon of the princess → the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princess's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spoon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ears of the brothers → the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brothers'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ears (more than one brother)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TO I BEFORE SUFFIX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THE RULE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26464"/>
            <a:ext cx="7955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word ends in a consonant + y, change the y to i before most endings: carry → carried. Two exceptions: keep the y before -ing (carrying), and change nothing when a vowel comes before the y (played).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39572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to I Builder! Check the letter before the y, then tap to build the word.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6F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12–13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COPYWORK — FROM THE NOVEL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1143000"/>
          </a:xfrm>
          <a:prstGeom prst="roundRect">
            <a:avLst>
              <a:gd name="adj" fmla="val 8000"/>
            </a:avLst>
          </a:prstGeom>
          <a:solidFill>
            <a:srgbClr val="F0E8FF"/>
          </a:solidFill>
          <a:ln w="19050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47088"/>
            <a:ext cx="79552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“And Despereaux was led away. At the last moment, Antoinette came out of her faint and shouted one word to her child.”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0175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327355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Roscuro climbs up into the light. What is he hoping for? What clue does the author drop that this won't go well?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Something terrible happens at the queen's banquet table. What happens, and what are the consequences for the whole kingdom?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🪶  Writer’s Workshop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WEEK’S STAGE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your story's conflict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2026-10-19T11:55:30Z</dcterms:created>
  <dcterms:modified xsi:type="dcterms:W3CDTF">2026-10-19T11:55:30Z</dcterms:modified>
</cp:coreProperties>
</file>