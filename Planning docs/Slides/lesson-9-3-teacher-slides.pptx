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 for Week 9 Day 3. The Tale of Despereaux.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 once. Give students about 1 minute to read it again silently and think. Remind them: there is no wrong answer — just write what comes to mind. Advance to the writing slide when 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5-minute timer. Walk the room quietly. If a student stops, gently encourage them: "Keep writing — even one more sentence." The goal is sustained writing, not perfection. Do not interrupt to correct spelling or grammar during this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1-minute timer. Remind students: we are only fixing ONE thing today — Did I avoid using any sight words and rely on other senses?. They should also do a quick conventions check (capitals, punctuation, spelling). They do NOT need to rewrite — just fix and improve. Revision = improving ideas; Editing = fixing conventions. Keep them separate in your language.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Call on 3-5 students to share. Respond with genuine interest: "I love how you described that" or "That's a really interesting idea." Avoid correcting grammar or spelling during share time — this is about celebrating writing. If time is short, have 2-3 students share in chat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the big question and reading lens with students before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1-2 minutes to fix the sentence. Walk the room and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the corrected version. Point out each fix: capitalization, punctuation, spelling.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morphology focus. Have students identify the base word and affix in each example.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 through each vocabulary word. For flip cards, have students guess the definition before revealing.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identify the correct answer before revealing. Use chat or cold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answers. Discuss WHY each answer is correct — what rule applies?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time to sort the words. Use the chat or paper to organize.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each column. Ask: what pattern do you see in each group?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focus slide. Use pause-and-think questions during reading. Copywork can be done after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RWM: Read the mentor sentence. Discuss as a Reader (what happens?), Writer (what craft did the author use?), then Mimic (write your own).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to the writing workshop assignment in Canvas.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1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🐭  Week 9 · Day 3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Tale of Despereaux — Lesson 9.3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 Academy Online · 3rd Grade ELA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10-Minute Write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C792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8229600" cy="1645920"/>
          </a:xfrm>
          <a:prstGeom prst="roundRect">
            <a:avLst>
              <a:gd name="adj" fmla="val 555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527048"/>
            <a:ext cx="7863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dungeon where Roscuro lives is completely dark. Imagine you are in a place with NO light at all. What do you hear? What do you feel? What do you smell? Write using every sense EXCEPT sight. Start with: 'In the darkness, the first thing I notice is...'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32461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in the chat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</a:t>
            </a:r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 paper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hold up when we share.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Writing Time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822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41732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Prompt: </a:t>
            </a:r>
            <a:pPr indent="0" marL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dungeon where Roscuro lives is completely dark. Imagine you are in a place with NO light at all. What do you hear? What do you feel? What do you smell? Write using every sense EXCEPT sight. Start with: 'In the darkness, the first thing I notice is...'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286000" y="2926080"/>
            <a:ext cx="457200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468880" y="301752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get stuck: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Reread the prompt above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Write "I'm thinking..." until a new idea comes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Keep going — don't erase!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🔍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9144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&amp; Revise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14400" y="15087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371600" y="2103120"/>
            <a:ext cx="64008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554480" y="214884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check: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avoid using any sight words and rely on other senses?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371600" y="2926080"/>
            <a:ext cx="640080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554480" y="301752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Capital letters at the start of every sentence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End punctuation ( .  ?  ! )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Spelling — circle any words that look wrong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Read it quietly to yourself — does it sound right?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4572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🗣️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914400" y="10972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Time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14400" y="1737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1828800" y="2468880"/>
            <a:ext cx="548640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103120" y="256032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share: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✋ Raise your hand if you want to read yours aloud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Or paste your writing in the chat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👂 Listen respectfully when others share
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writer's ideas matter — there are no wrong answers.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Today's Focus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3441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Roscuro trying to do in Chapter 12?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19659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07568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goes wrong, and how does the author describe it?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" y="269748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280720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this Roscuro's fault? What do you think?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7200" y="34290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749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notice the moment everything changes . Every story has a turning point — a moment when a character makes a choice or something happens that cannot be undone.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Now You Try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roscuro climbed the rope and looked into the bright room above him for the very first time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" y="184708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the princess pea looked right at roscuro and her gaze pushed him back into the darkness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Answer Revealed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roscuro climbed the rope and looked into the bright room above him for the very first time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" y="184708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the princess pea looked right at roscuro and her gaze pushed him back into the darkness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7200" y="246888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27432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Roscuro climbed the rope and looked into the bright room above him for the very first time.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32918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The Princess Pea looked right at Roscuro, and her gaze pushed him back into the darkness.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38404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you catch the proper nouns (Roscuro, Princess Pea), the comma, and capital letters?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Morphology: The Suffix  -ness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BUILDING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4173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shine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shin ing  (the sun was shining)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901952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94767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stare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star ing  (he was staring at the light)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32304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47802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sniff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sniff ing  (she was sniffing)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962656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300837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hold ing  (he was holding a handkerchief)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7200" y="3493008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EXAMPLES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81304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📌 Examples from the Novel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Vocabulary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94360" y="1060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disappointment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feeling of sadness when something does not turn out the way you hoped.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0" y="1005840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709160" y="1060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obscenely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 shockingly large or extreme; far beyond what is normal.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755648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81051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proclaimed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Announced something in a loud, official, or important way.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0" y="1755648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09160" y="181051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ridiculously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seems silly or unbelievable; so much that it is hard to take seriously.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Grammar: Pronouns: He, She, It, They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07899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looked up at the light.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67335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Gregory held it up high.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26771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princess she did not know.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278892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94360" y="286207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rats they lived in darkness.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Grammar: Pronouns: He, She, It, They — Answers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07899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looked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67335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Gregory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26771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princess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278892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94360" y="286207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darkness.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"au" vs. "aw"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 — Sort these words!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463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shining     staring     named     waved     snapped     stopped     wrapped     nodding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6888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48640" y="2514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Spelled with "aw"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480560" y="246888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0" y="2514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Spelled with "au"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"au" vs. "aw" — Sorted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051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Spelled with "aw"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shining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19019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staring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2249424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2596896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waved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480560" y="10058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572000" y="1051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Spelled with "au"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snapped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0" y="19019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stopped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72000" y="2249424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wrapped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0" y="2596896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nodding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Read: Ch. 12–13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goes wrong, and how does the author describe it?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9659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this Roscuro's fault? What do you think?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6060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COPYWORK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926080"/>
            <a:ext cx="822960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" y="303580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Darkness. It was, Roscuro decided, all that he deserved. And so he went back to the dungeon, and he lived there in the dark and the damp, and he plotted his revenge.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Read · Write · Mimic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C7922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91440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02412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“Roscuro loved the light. Loved it terribly.”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" y="164592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Craft focus: sentence fragment for emphasis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057400"/>
            <a:ext cx="8229600" cy="594360"/>
          </a:xfrm>
          <a:prstGeom prst="roundRect">
            <a:avLst>
              <a:gd name="adj" fmla="val 15385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21031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📖 Read like a Reader</a:t>
            </a:r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Roscuro is a rat who belongs in the dungeon, but he loves something he shouldn't have. What does this sentence tell you about the kind of character he is — and what makes him different from a typical villain?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715768"/>
            <a:ext cx="8229600" cy="594360"/>
          </a:xfrm>
          <a:prstGeom prst="roundRect">
            <a:avLst>
              <a:gd name="adj" fmla="val 15385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76148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✏️ Read like a Writer</a:t>
            </a:r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author writes  "Loved it terribly."  — that second part is not a complete sentence. It has no subject. Why do you think DiCamillo wrote it that way instead of  "He loved it terribly" ? What does the fragment do to your reading speed?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3374136"/>
            <a:ext cx="8229600" cy="594360"/>
          </a:xfrm>
          <a:prstGeom prst="roundRect">
            <a:avLst>
              <a:gd name="adj" fmla="val 15385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3419856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🖊️ 🖊️ Mimic</a:t>
            </a:r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own sentence using the same pattern as the author.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🪶 Writing Connection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3716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your writing assignment in Canvas.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the writing prompt for today's workshop.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2026-07-11T14:32:39Z</dcterms:created>
  <dcterms:modified xsi:type="dcterms:W3CDTF">2026-07-11T14:32:39Z</dcterms:modified>
</cp:coreProperties>
</file>