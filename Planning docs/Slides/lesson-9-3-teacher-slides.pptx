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9.3. Reading: Ch. 12–13.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the moment everything changes . Every story has a turning point — a moment when a character makes a choice or something happens that cannot be undone.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climbed the rope and looked into the bright room above him for the very first time.
Look for: Did you catch the proper nouns (Roscuro, Princess Pea),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climbed the rope and looked into the bright room above him for the very first time.
Look for: Did you catch the proper nouns (Roscuro, Princess Pea),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Antoinette's, king's, threadmaster's,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the e: bravely, useless, careful, hopeful | Dropped the e: waved, named, staring, shining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9.3  ·  Ch. 12–13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says one word to the threadmaster instead of saying he is sorry. If you could say one word to the Mouse Council, what would it be?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says one word to the threadmaster instead of saying he is sorry. If you could say one word to the Mouse Council, what would it be?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12–13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Roscuro trying to do in Chapter 12?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the moment everything changes . Every story has a turning point — a moment when a character makes a choice or something happens that cannot be undone.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 Pea),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 hope = without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 fear = without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 end = without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 use = without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 ·   useless   ·   careful   ·   hopeful   ·   waved   ·   named   ·   staring   ·   shining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Kept the e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12–13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Despereaux was led away. At the last moment, Antoinette came out of her faint and shouted one word to her child.”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is Roscuro trying to do in Chapter 12?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goes wrong, and how does the author describe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 this Roscuro's fault? What do you think?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story's conflict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