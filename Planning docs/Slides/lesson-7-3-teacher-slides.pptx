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7.3. Reading: 📰 Read: Interesting Places in the United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Today, practice: Use text features to understand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Midwest has wide-open farmland and the Great Lakes, which are five huge lakes that hold fresh water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Midwest has wide-open farmland and the Great Lakes, which are five huge lakes that hold fresh water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Tampa, 8, Boise,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Tampa, 8, Boise,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 + -ed: dropped, planned, mapped, stopped | add -ed: traveled, mailed, sorted, visited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 + -ed: dropped, planned, mapped, stopped | add -ed: traveled, mailed, sorted, visited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7.3  ·  📰 Read: Interesting Places in the United States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place you can find on a map that means something to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place you can find on a map that means something to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place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Interesting Places in the United States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California alone has forests, deserts, mountains, and beaches. Why do you think the author chose California as an example? What does it prove?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practice: Use text features to understand information.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southwest, the Grand Canyon in Arizona drops over a mile deep into the earth.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has wide open farmland and the great lakes which are five huge lakes that hold fresh water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southwest, the Grand Canyon in Arizona drops over a mile deep into the earth.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has wide open farmland and the great lakes which are five huge lakes that hold fresh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has wide-open farmland and the Great Lakes, which are five huge lakes that hold fresh water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-ING SHOWS ACTION HAPPENING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discover + -ing = discovering — drop the e, add -ing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travel + -ing = traveling — just add -ing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Fill in the blank!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area of land that shares similar features.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weather in a place over a long time.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places, land, water, and features of the earth.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well-known place or object that helps people find their way.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address as Tampa Florida on the envelope.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trip began on April 8 2024.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package to Boise Idaho by Friday.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opened on May 1 1965.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a comma should come right after.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address as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Florida on the envelope.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trip began on April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package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Idaho by Friday.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opened on May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965.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  ·   planned   ·   mapped   ·   stopped   ·   traveled   ·   mailed   ·   sorted   ·   visited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 + -ed  |  add -ed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Interesting Places in the United States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matter where you travel in the United States, you will find something different — a new climate, new food, and new history to discover.”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text says California alone has forests, deserts, mountains, and beaches. Why do you think the author chose California as an example? What does it prove?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