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7 Day 3. Nonfiction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my headings tell the reader what the chapter is about, not just use one vague word?.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Week 7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 Unit — Lesson 7.3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features like headings, captions, and labels help readers understand nonfiction. If you were making a nonfiction book about your favorite hobby or interest, what would the chapter headings be? List at least four headings and explain what each chapter would be about in one sentence.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features like headings, captions, and labels help readers understand nonfiction. If you were making a nonfiction book about your favorite hobby or interest, what would the chapter headings be? List at least four headings and explain what each chapter would be about in one sentence.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my headings tell the reader what the chapter is about, not just use one vague word?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says California alone has forests, deserts, mountains, and beaches. Why do you think the author chose California as an example? What does it prove?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southwest, the Grand Canyon in Arizona drops over a mile deep into the earth.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midwest has wide open farmland and the great lakes which are five huge lakes that hold fresh water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midwest has wide open farmland and the great lakes which are five huge lakes that hold fresh water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Midwest has wide-open farmland and the Great Lakes, which are five huge lakes that hold fresh water 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Suffix -ing shows action happening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area of land that shares similar features.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typical weather in a place over a long time.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places, land, water, and features of the earth.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well-known place or object that helps people find their way.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Adding -ed and -ing to base words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    planned     mapped     stopped     traveled     mailed     sorted     visited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+ -ed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-ed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Adding -ed and -ing to base words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+ -ed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-ed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visited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356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matter where you travel in the United States, you will find something different — a new climate, new food, and new history to discover.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Reading-Writing Connection (RWM)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