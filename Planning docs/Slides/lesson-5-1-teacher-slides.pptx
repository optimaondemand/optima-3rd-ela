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W5D1: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compared Flat Stanley's world (fiction) to real letters, maps, and museums (nonfiction). We noticed similarities and differences.
Today: Review and summarize the whole Flat Stanley story.
Big Q: If you had to pick ONE event from the whole book as the most important, which would you choose?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“Good for you, Stanley,” she said. Then she turned angrily to the policemen.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chief of police called mr lambchop the next morning and thanked stanley for catching the thieves
Answer: The Chief of Police called Mr. Lambchop the next morning and thanked Stanley for catching the thieves.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chief of police called mr lambchop the next morning and thanked stanley for catching the thieves
Answer: The Chief of Police called Mr. Lambchop the next morning and thanked Stanley for catching the thieves.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It had been a long and tiring day. Very soon all the Lambchops were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W5D1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W5D1: bulletin, examined, cross,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W5D1
walked → past
runs → present
helped → past
sees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W5D1
walked → past
runs → present
helped → past
sees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W5D1
{"ed=/t/":["walked","jumped","helped"],"ed=/d/":["called","played","mailed"],"ed=/ĕd/":["wanted","landed"]}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W5D1
{"ed=/t/":["walked","jumped","helped"],"ed=/d/":["called","played","mailed"],"ed=/ĕd/":["wanted","landed"]}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If you could only tell someone THREE things about Flat Stanley, what would they be?
Pause: If you could only tell someone THREE things about Flat Stanley, what would they be?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Write a 3–4 sentence summary of Flat Stanley. Include the character, problem, important events, and ending.
Q2: Which chapter was the most important to the story? Explain why.
Q3: Would you recommend this book to a friend? Why or why not? Use a detail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W5D1: PUBLISH
Today: FINAL REVISE. Reread your narrative one more time. Fix your ending — does it close the moment or share what you learned?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DAY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Virtue: Diligence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Week 5!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summarize the whole Flat Stanley story.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65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39696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12848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had to pick ONE event from the whole book as the most important, which would you choose? Why?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Stanley is set off by a comma because she is speaking to him. Then starts a new sentence. Angrily tells HOW she turned.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Mr. Lambchop the next morning and thanked Stanley for catching the thieves.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uses simple, quiet sentences to end the whole book. Sometimes the best endings are calm and peaceful.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Define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+ -ed =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+ -ed =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+ -ed =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+ -ed =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Decode &amp; Discover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VOCABULARY — from Flat Stanley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6519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6519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035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6519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6519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jumped  helped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699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992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6136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 played  mailed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740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7408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6552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landed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only tell someone THREE things about Flat Stanley, what would they be?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only tell someone THREE things about Flat Stanley, what would they be?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3–4 sentence summary of Flat Stanley. Include the character, problem, important events, and ending.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chapter was the most important to the story? Explain why.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recommend this book to a friend? Why or why not? Use a detail from the story.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PUBLISH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final copy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FINAL REVISE. Reread your narrative one more time. Fix your ending — does it close the moment or share what you learned?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