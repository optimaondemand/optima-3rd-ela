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5.1. Reading: Whole Book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summarize when they finish a story. A summary retells only the most important events, in the order they happened. It leaves out the small details, no matter how funny they were.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Chief of Police called Mr. Lambchop the next morning and thanked Stanley for catching the thieves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The Chief of Police called Mr. Lambchop the next morning and thanked Stanley for catching the thieves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walked, helped, jumped, landed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walked, helped, jumped, landed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ed=/t/: walked, jumped, helped | ed=/d/: called, played, mailed | ed=/ĕd/: wanted, landed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ed=/t/: walked, jumped, helped | ed=/d/: called, played, mailed | ed=/ĕd/: wanted, landed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⭐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Stanley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5.1  ·  Whole Book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your favourite part of Flat Stanley in three sentences or fewer. Only the most important parts.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your favourite part of Flat Stanley in three sentences or fewer. Only the most important parts.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at the start of each sentence?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Book Summary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only tell someone THREE things about Flat Stanley , what would they be?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summarize when they finish a story. A summary retells only the most important events, in the order they happened. It leaves out the small details, no matter how funny they were.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for you, Stanley,” she said. Then she turned angrily to the policemen.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chief of police called mr lambchop the next morning and thanked stanley for catching the thieves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for you, Stanley,” she said. Then she turned angrily to the policemen.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chief of police called mr lambchop the next morning and thanked stanley for catching the thieves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Chief of Police called Mr. Lambchop the next morning and thanked Stanley for catching the thieves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-ED SHOWS PAST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walk + -ed =walked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call + -ed =called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help + -ed =helped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look + -ed =looked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WE'VE MET BEFORE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marvel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amazed or surprised by something.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something — how tall, wide, or thick.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jealous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Wanting what someone else has.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Costing a lot of money.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walked walking walks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helps helped helping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 jump jumps jumping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lands land landed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past-tense verb in each row. Only one word in each row shows an action that already happened. Tap a word to check your answer. If it turns green,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 VERBS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walking walks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helps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jump jumps jumping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lands land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SOUNDS OF -ED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   ·   jumped   ·   helped   ·   called   ·   played   ·   mailed   ·   wanted   ·   landed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ed=/t/  |  ed=/d/  |  ed=/ĕd/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SOUNDS OF -ED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ed=/t/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1564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326136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ed=/d/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564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0708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980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606552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ed=/ĕd/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980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1124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Book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had been a long and tiring day. Very soon all the Lambchops were asleep.”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 at the end of the kite chapter. Two things happened: Stanley flew high above the trees, and Stanley wore a red shirt and blue trousers. One belongs in a summary and one does not. Pick the one that belongs, and say why the other can be left out.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final copy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2026-09-09T02:48:06Z</dcterms:created>
  <dcterms:modified xsi:type="dcterms:W3CDTF">2026-09-09T02:48:06Z</dcterms:modified>
</cp:coreProperties>
</file>