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5 Day 1. Review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other people's reactions, not just Stanley's?.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A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Week 5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Week — Lesson 5.1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Flat Stanley showed up at YOUR school for a day, what would happen? Write about his visit. What would the other kids think? What problems might he have? What would be awesome about it?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Flat Stanley showed up at YOUR school for a day, what would happen? Write about his visit. What would the other kids think? What problems might he have? What would be awesome about it?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other people's reactions, not just Stanley's?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only tell someone THREE things about Flat Stanley , what would they be?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book before reading. They look at the cover, chapter titles, and pictures to make predictions.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Mr. Lambchop the next morning and thanked Stanley for catching the thieves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-ed shows past 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walk + -ed =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call + -ed =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help + -ed =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look + -ed =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Three sounds of -ed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   jumped     helped     called     played     mailed     wanted     landed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Three sounds of -ed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