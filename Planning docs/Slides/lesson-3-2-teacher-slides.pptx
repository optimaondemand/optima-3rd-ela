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W3D2: Reading: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Recap: We read Chapter 3: Arthur flies Stanley like a kite in the park — until Arthur forgets to hold on and Stanley gets tangled in a tree.
Today: Read Chapter 4: Stanley disguises himself at the Famous Museum to catch art thieves.
Big Q: Stanley disguises himself as a painting to catch thieves. What would YOU disguise yourself as to hide in a museum?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DOL Model: “Stanley,” Mr. Dart said, “if your mother gives her permission, I will put you and your plan to work.”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Fix: police police the sneak thieves are here shouted stanley in his loudest most terrifying voice
Answer: “POLICE! POLICE! THE SNEAK THIEVES ARE HERE!” shouted Stanley in his loudest, most terrifying voice.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Fix: police police the sneak thieves are here shouted stanley in his loudest most terrifying voice
Answer: “POLICE! POLICE! THE SNEAK THIEVES ARE HERE!” shouted Stanley in his loudest, most terrifying voice.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Poetry: The Brave Shepherdess
Standing still inside a frame,
Playing someone else's name.
Brave enough to hold your ground —
Heroes come in shapes all 'round.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RWM: Stanley understood everything all at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Morphology W3D2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Vocabulary W3D2: museum, sneak, frightened, disguise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W3D2
The thieves came through the trapdoor. → The thieves / came through the trapdoor
Stanley shouted for the police. → Stanley / shouted for the police
Mr. Dart rushed in with the guards. → Mr. Dart / rushed in with the guards
The painting hung on the wall. → The painting / hung on the wall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W3D2
The thieves came through the trapdoor. → The thieves / came through the trapdoor
Stanley shouted for the police. → Stanley / shouted for the police
Mr. Dart rushed in with the guards. → Mr. Dart / rushed in with the guards
The painting hung on the wall. → The painting / hung on the wall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W3D2
{"silent-e":["frame","spoke","whole","stole"],"closed":["kept","still","dark","held"]}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W3D2
{"silent-e":["frame","spoke","whole","stole"],"closed":["kept","still","dark","held"]}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Reading: Reading:
WGRD: Stanley hides in a picture frame, disguised as a shepherdess. How do you think he feels waiting in the dark?
Pause: Stanley hides in a picture frame, disguised as a shepherdess. How do you think he feels waiting in the dark?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Comprehension:
Q1: What is the problem at the Famous Museum? Who is Mr. Dart?
Q2: Describe Stanley’s plan to catch the thieves. What makes his plan clever?
Q3: How does Stanley feel when the thieves call him a ‘pretty little thing’? How does this affect what he does next?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Writing W3D2: DRAFT
Today: IDENTIFY. Find where the author builds suspense in Chapter 4. Then write the ending of your narrative — how did it turn out?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69080"/>
            <a:ext cx="9144000" cy="1097280"/>
          </a:xfrm>
          <a:prstGeom prst="rect">
            <a:avLst/>
          </a:prstGeom>
          <a:solidFill>
            <a:srgbClr val="55C8E8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94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 ·  DAY 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  ·  Jeff Brown  ·  3rd Grade ELA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 ·  Virtue: Courage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Recap + Today's Focus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412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YESTERDAY WE...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15568"/>
            <a:ext cx="8412480" cy="713232"/>
          </a:xfrm>
          <a:prstGeom prst="roundRect">
            <a:avLst>
              <a:gd name="adj" fmla="val 12821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read Chapter 3: Arthur flies Stanley like a kite in the park — until Arthur forgets to hold on and Stanley gets tangled in a tree.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1956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231136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86000"/>
            <a:ext cx="7863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4: Stanley disguises himself at the Famous Museum to catch art thieves.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5760" y="29809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 — CHAT ABOUT THIS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3255264"/>
            <a:ext cx="8412480" cy="841248"/>
          </a:xfrm>
          <a:prstGeom prst="roundRect">
            <a:avLst>
              <a:gd name="adj" fmla="val 1087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3328416"/>
            <a:ext cx="7863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disguises himself as a painting to catch thieves. What would YOU disguise yourself as to hide in a museum?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Model Sentence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WHAT'S DONE RIGHT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“Stanley,” Mr. Dart said, “if your mother gives her permission, I will put you and your plan to work.”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65760" y="22128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487168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 When dialogue is split by Mr. Dart said, the second part starts with a lowercase letter because it continues the same sentence.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 police the sneak thieves are here shouted stanley in his loudest most terrifying voice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 police the sneak thieves are here shouted stanley in his loudest most terrifying voice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2788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306324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136392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“POLICE! POLICE! THE SNEAK THIEVES ARE HERE!” shouted Stanley in his loudest, most terrifying voice.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Poetry Corner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22960"/>
            <a:ext cx="8412480" cy="2834640"/>
          </a:xfrm>
          <a:prstGeom prst="roundRect">
            <a:avLst>
              <a:gd name="adj" fmla="val 3226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960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Brave Shepherdess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 poem for Flat Stanley readers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1719072"/>
            <a:ext cx="73152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still inside a frame,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someone else's name.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 enough to hold your ground —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Heroes come in shapes all 'round.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7673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DISCUSS: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4041648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411480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poem says "Heroes come in shapes all 'round." How does this describe Stanley? What does it take to be brave, according to the poem?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Read, Write, Mentor — Imitate This Sentence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SENTENCE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"Stanley understood everything all at once."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craft move did the author use? Now try writing your own sentence that imitates the structure.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— Identify — Match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BASE OR PAIR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09728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frightened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297680" y="109728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937760" y="109728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37760" y="109728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frighten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65760" y="205740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20574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disguise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297680" y="205740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937760" y="205740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37760" y="20574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disguise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65760" y="301752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301752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painting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297680" y="301752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4937760" y="301752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937760" y="301752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65760" y="397764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760" y="397764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policemen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297680" y="397764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937760" y="397764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937760" y="397764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365760" y="493776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65760" y="493776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museum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297680" y="493776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4937760" y="493776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937760" y="493776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frighten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365760" y="589788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65760" y="589788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sneak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4297680" y="589788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4937760" y="589788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937760" y="589788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disguise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365760" y="685800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68580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frightened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4297680" y="685800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4937760" y="685800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4937760" y="68580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365760" y="781812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65760" y="781812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disguise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4297680" y="781812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3" name="Shape 41"/>
          <p:cNvSpPr/>
          <p:nvPr/>
        </p:nvSpPr>
        <p:spPr>
          <a:xfrm>
            <a:off x="4937760" y="781812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4937760" y="781812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— Match Game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MATCH — Connect each word to its meaning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2743200" cy="841248"/>
          </a:xfrm>
          <a:prstGeom prst="roundRect">
            <a:avLst>
              <a:gd name="adj" fmla="val 10870"/>
            </a:avLst>
          </a:prstGeom>
          <a:solidFill>
            <a:srgbClr val="2B7A7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078992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museum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291840" y="1078992"/>
            <a:ext cx="5486400" cy="841248"/>
          </a:xfrm>
          <a:prstGeom prst="roundRect">
            <a:avLst>
              <a:gd name="adj" fmla="val 1087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74720" y="1170432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building where art or important objects are kept for people to see.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2194560"/>
            <a:ext cx="2743200" cy="841248"/>
          </a:xfrm>
          <a:prstGeom prst="roundRect">
            <a:avLst>
              <a:gd name="adj" fmla="val 10870"/>
            </a:avLst>
          </a:prstGeom>
          <a:solidFill>
            <a:srgbClr val="2B7A7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" y="219456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sneak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291840" y="2194560"/>
            <a:ext cx="5486400" cy="841248"/>
          </a:xfrm>
          <a:prstGeom prst="roundRect">
            <a:avLst>
              <a:gd name="adj" fmla="val 1087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74720" y="228600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quietly so you won’t be noticed. Or a person who is sneaky.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3310128"/>
            <a:ext cx="2743200" cy="841248"/>
          </a:xfrm>
          <a:prstGeom prst="roundRect">
            <a:avLst>
              <a:gd name="adj" fmla="val 10870"/>
            </a:avLst>
          </a:prstGeom>
          <a:solidFill>
            <a:srgbClr val="2B7A7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5760" y="3310128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frightened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291840" y="3310128"/>
            <a:ext cx="5486400" cy="841248"/>
          </a:xfrm>
          <a:prstGeom prst="roundRect">
            <a:avLst>
              <a:gd name="adj" fmla="val 1087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474720" y="3401568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scared.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" y="4425696"/>
            <a:ext cx="2743200" cy="841248"/>
          </a:xfrm>
          <a:prstGeom prst="roundRect">
            <a:avLst>
              <a:gd name="adj" fmla="val 10870"/>
            </a:avLst>
          </a:prstGeom>
          <a:solidFill>
            <a:srgbClr val="2B7A7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65760" y="4425696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disguise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3291840" y="4425696"/>
            <a:ext cx="5486400" cy="841248"/>
          </a:xfrm>
          <a:prstGeom prst="roundRect">
            <a:avLst>
              <a:gd name="adj" fmla="val 1087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474720" y="451713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Clothes or makeup that make you look like someone else.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Subject and predicate (Identify)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EACH ONE: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thieves came through the trapdoor.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066544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157984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shouted for the police.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054096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145536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Mr. Dart rushed in with the guards.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65760" y="4041648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4133088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painting hung on the wall.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Subject and predicate (Identify)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EACH ONE: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thieves came through the trapdoor.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720840" y="1078992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720840" y="1078992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thieves / came through the trapdoor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066544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2157984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shouted for the police.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720840" y="2066544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20840" y="2066544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/ shouted for the police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3054096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3145536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Mr. Dart rushed in with the guards.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720840" y="3054096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20840" y="3054096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Mr. Dart / rushed in with the guards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041648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4133088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painting hung on the wall.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720840" y="4041648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720840" y="404164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painting / hung on the wall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Sort the Words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EACH WORD INTO THE RIGHT COLUMN: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46888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stole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246888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46888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7200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67512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7512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Sort the Words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EACH WORD INTO THE RIGHT COLUMN: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46888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stole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246888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46888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7200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67512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7512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6576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silent-e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788920"/>
            <a:ext cx="4069080" cy="960120"/>
          </a:xfrm>
          <a:prstGeom prst="roundRect">
            <a:avLst>
              <a:gd name="adj" fmla="val 952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78892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 spoke  whole  stole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0" y="2788920"/>
            <a:ext cx="4069080" cy="960120"/>
          </a:xfrm>
          <a:prstGeom prst="roundRect">
            <a:avLst>
              <a:gd name="adj" fmla="val 9524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663440" y="278892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 still  dark  held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— Reading: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READERS DO — Keep this in mind as you read: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hides in a picture frame, disguised as a shepherdess. How do you think he feels waiting in the dark?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21488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242316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2496312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hides in a picture frame, disguised as a shepherdess. How do you think he feels waiting in the dark?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Comprehension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IN COMPLETE SENTENCES — USE TEXT EVIDENCE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887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1170432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problem at the Famous Museum? Who is Mr. Dart?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267004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97280" y="2651760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Stanley’s plan to catch the thieves. What makes his plan clever?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4041648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02920" y="41513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97280" y="4133088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Stanley feel when the thieves call him a ‘pretty little thing’? How does this affect what he does next?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Writer's Workshop — DRAFT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Seed Ideas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810512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10512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Plan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55264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C7922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55264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Draft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0016" y="822960"/>
            <a:ext cx="1060704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822960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Add Craft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888736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888736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Revise &amp; Edit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406640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406640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Publish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2801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1316736"/>
            <a:ext cx="7863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your ending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" y="20848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WRITING TASK — IN YOUR JOURNAL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359152"/>
            <a:ext cx="8412480" cy="1097280"/>
          </a:xfrm>
          <a:prstGeom prst="roundRect">
            <a:avLst>
              <a:gd name="adj" fmla="val 8333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245059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IDENTIFY. Find where the author builds suspense in Chapter 4. Then write the ending of your narrative — how did it turn out?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2026-07-10T22:22:36Z</dcterms:created>
  <dcterms:modified xsi:type="dcterms:W3CDTF">2026-07-10T22:22:36Z</dcterms:modified>
</cp:coreProperties>
</file>