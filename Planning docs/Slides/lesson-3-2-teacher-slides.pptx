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 Day 2. Flat Stanley.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what it feels like inside the painting, not just what it looks like?.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A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Week 3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D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— Lesson 3.2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helps catch art thieves at the museum by hiding in a painting! If you could hide inside any painting or piece of art, which one would you pick? What would it be like inside?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helps catch art thieves at the museum by hiding in a painting! If you could hide inside any painting or piece of art, which one would you pick? What would it be like inside?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what it feels like inside the painting, not just what it looks like?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hides in a picture frame, disguised as a shepherdess. How do you think he feels waiting in the dark?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book before reading. They look at the cover, chapter titles, and pictures to make predictions.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“Stanley,” Mr. Dart said, “if your mother gives her permission, I will put you and your plan to work.”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police the sneak thieves are here shouted stanley in his loudest most terrifying voice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police the sneak thieves are here shouted stanley in his loudest most terrifying voice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"POLICE! POLICE! THE SNEAK THIEVES ARE HERE !" shouted Stanley in his loudest , most terrifying voice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un- means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frightened → frighten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 → disguise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painting → paint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policemen → police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art or important objects are kept for people to see.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sneak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quietly so you won’t be noticed. Or a person who is sneaky.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scared.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Clothes or makeup that make you look like someone else.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Long vowels and silent-e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    spoke     whole     stole     kept     still     dark     held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Long vowels and silent-e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