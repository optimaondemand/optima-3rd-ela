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3.2. Reading: Chapter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pay attention to how events affect characters . When something important happens, it changes what a character feels, thinks, or decides to do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“POLICE! POLICE! THE SNEAK THIEVES ARE HERE !” shouted Stanley in his loudest , most terrifying voice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“POLICE! POLICE! THE SNEAK THIEVES ARE HERE !” shouted Stanley in his loudest , most terrifying voice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thieves, Lambchop, kite, Arthur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thieves, Lambchop, kite, Arthur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silent-e: frame, spoke, whole, stole | closed: kept, still, dark, held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silent-e: frame, spoke, whole, stole | closed: kept, still, dark, held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⭐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Stanley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3.2  ·  Chapter 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hides in a painting to catch thieves. Write about a hiding place you have used.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hides in a painting to catch thieves. Write about a hiding place you have used.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for every place name?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hides in a picture frame, disguised as a shepherdess. How do you think he feels waiting in the dark?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pay attention to how events affect characters . When something important happens, it changes what a character feels, thinks, or decides to do next.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“Stanley,” Mr. Dart said, “if your mother gives her permission, I will put you and your plan to work.”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police the sneak thieves are here shouted stanley in his loudest most terrifying voice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“Stanley,” Mr. Dart said, “if your mother gives her permission, I will put you and your plan to work.”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police the sneak thieves are here shouted stanley in his loudest most terrifying voice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“POLICE! POLICE! THE SNEAK THIEVES ARE HERE !” shouted Stanley in his loudest , most terrifying voice 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UN- MEANS NOT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un- + happy = unhappy — un- means not , so unhappy means not happy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un- + lock = unlock — not locked, to open a lock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un- + fair = unfair — not fair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Match the Word to Its Base!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building where art or important objects are kept for people to see.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quietly so you won’t be noticed. Or a person who is sneaky.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frightened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scared.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Clothes or makeup that make you look like someone else.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PREDICATE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museum thieves worked at night.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Lambchop wrote the numbers down.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kite climbed higher and higher.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found the bicycle pump.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the subject in each sentence. Tap to check — green means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PREDICATE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museum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thieves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worked at night.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Lambchop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wrote the numbers down.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climbed higher and higher.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found the bicycle pump.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VOWELS AND SILENT-E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  ·   spoke   ·   whole   ·   stole   ·   kept   ·   still   ·   dark   ·   held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silent-e  |  closed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VOWELS AND SILENT-E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silent-e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Stanley hides in a picture frame, disguised as a shepherdess. How do you think he feels waiting in the dark?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Stanley hides in a picture frame, disguised as a shepherdess. How do you think he feels waiting in the dark?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your ending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2026-09-07T02:56:15Z</dcterms:created>
  <dcterms:modified xsi:type="dcterms:W3CDTF">2026-09-07T02:56:15Z</dcterms:modified>
</cp:coreProperties>
</file>