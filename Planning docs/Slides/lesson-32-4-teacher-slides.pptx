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32.4.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This year, every different human good.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four novels we read this year taught us about courage, honesty, perseverance, and what it means to grow up. 
Look for: The = sentence opener (capital T); commas separate items in a series; the last item before and still gets a comma (Oxford comma);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four novels we read this year taught us about courage, honesty, perseverance, and what it means to grow up. 
Look for: The = sentence opener (capital T); commas separate items in a series; the last item before and still gets a comma (Oxford comma);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Synthesis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32.4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Gratitude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letter to next year's third graders telling them what to look forward to.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letter to next year's third graders telling them what to look forward to.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check that my whole letter makes sense from beginning to end?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how reading skills have grown.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phrase — comma after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determiner — includes all cases.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in an appositive clause.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Adjective;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novels we read this year taught us about courage honesty perseverance and what it means to grow up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novels we read this year taught us about courage honesty perseverance and what it means to grow up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four novels we read this year taught us about courage, honesty, perseverance, and what it means to grow up.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= sentence opener (capital T); commas separate items in a series; the last item before and still gets a comma (Oxford comma);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REFLECTION: WORD PARTS I KNOW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Complete each sentence in your notebook to show you understand the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Culmination project: character and the 7 pillars of virtue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