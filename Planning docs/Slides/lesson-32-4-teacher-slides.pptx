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32.4. Reading: Reading: Week 32.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in a fantasy story slow down and pay attention to how the author builds the world . Details of setting, character, and pattern all work together to create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sentence in the lesson: This year, every different human good.
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The four novels we read this year taught us about courage, honesty, perseverance, and what it means to grow up. 
Look for: The = sentence opener (capital T); commas separate items in a series; the last item before and still gets a comma (Oxford comma);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The four novels we read this year taught us about courage, honesty, perseverance, and what it means to grow up. 
Look for: The = sentence opener (capital T); commas separate items in a series; the last item before and still gets a comma (Oxford comma);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🎉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Year-End Synthesis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32.4  ·  Reading: Week 32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Gratitude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letter to next year's third graders telling them what to look forward to.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letter to next year's third graders telling them what to look forward to.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check that my whole letter makes sense from beginning to end?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Week 32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 on how reading skills have grown.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 IN THE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year,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Introductory phrase — comma after it.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Universal determiner — includes all cases.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340864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4323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Adjective in an appositive clause.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962656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good.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Adjective; period ends the sentence.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novels we read this year taught us about courage honesty perseverance and what it means to grow up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novels we read this year taught us about courage honesty perseverance and what it means to grow up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The four novels we read this year taught us about courage, honesty, perseverance, and what it means to grow up.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= sentence opener (capital T); commas separate items in a series; the last item before and still gets a comma (Oxford comma);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MORPHOLOGY REFLECTION: WORD PARTS I KNOW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Complete each sentence in your notebook to show you understand the word part.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Week 32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Reflect on how reading skills have grown.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As you read today, ask yourself: What have you learned this year — about reading, about writing, and about yourself as a thinker?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Choose any poem from this year and read it aloud to someone. Then write one sentence in your journal: what did you have to do with your voice to make it sound right?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Culmination project: character and the 7 pillars of virtue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2026-09-07T02:45:02Z</dcterms:created>
  <dcterms:modified xsi:type="dcterms:W3CDTF">2026-09-07T02:45:02Z</dcterms:modified>
</cp:coreProperties>
</file>