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32 Day 4.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say what the book is about AND why they will love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32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32.4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younger student is about to start 3rd grade. They ask you: "What is the best book you read this year?" Write your answer. Tell them what the book is about and why they will love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younger student is about to start 3rd grade. They ask you: "What is the best book you read this year?" Write your answer. Tell them what the book is about and why they will love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say what the book is about AND why they will love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have you learned this year — about reading, about writing, and about yourself as a thinker?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complete, polished culmination response. Make sure it has: an opening with a claim, at least four body paragraphs (one per pillar), and a closing.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year,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Introductory phrase — comma after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Universal determiner — includes all cases.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Adjective in an appositive clause.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Adjective; period ends the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courage, honesty, perseverance, and what it means to grow up.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= sentence opener (capital T); commas separate items in a series; the last item before and still gets a comma (Oxford comma);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reflection: word parts I know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Year Review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have you learned this year — about reading, about writing, and about yourself as a thinker?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complete, polished culmination response. Make sure it has: an opening with a claim, at least four body paragraphs (one per pillar), and a closing.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32 · PUBLISHED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