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13 Day 2. The Tale of Despereaux.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include what helped me decide, not just what I decided?.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🐭  Week 13 · Day 2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 — Lesson 13.2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Roscuro is planning to use Mig to get what he wants. Write about a time someone tried to talk you into doing something. Did you go along with it or say no? What helped you decide?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Roscuro is planning to use Mig to get what he wants. Write about a time someone tried to talk you into doing something. Did you go along with it or say no? What helped you decide?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include what helped me decide, not just what I decided?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each character learned by this point?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"light" represent beyond the physical kind?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lesson do you think the author most wants readers to take away?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look for theme clues . A theme is a lesson the whole story teaches.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roscuro finally got what he had wanted most in the world but it tasted different than he expected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princess quietly and graciously gave him something he had never expected to receive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roscuro finally got what he had wanted most in the world but it tasted different than he expected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princess quietly and graciously gave him something he had never expected to receive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24688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7432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Roscuro finally got what he had wanted most in the world , but it tasted different than he expected.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291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princess quietly and graciously gave him something he had never expected to receive.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nouns (Roscuro, princess), the -ly adverbs (quietly, graciously), the comma before "but," and capital letters?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The Suffix  -ness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shin ing  (the sun was shining)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star ing  (he was staring at the light)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sniff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sniff ing  (she was sniffing)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hold ing  (he was holding a handkerchief)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 from the Novel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longing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deep wish or desire for something you do not have.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despair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complete hopelessness; giving up on something getting better.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18488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attention on something; thinking about only one thing.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618488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673352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disappointment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sadness when something does not turn out the way you hoped.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231136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286000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obscenely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 shockingly large or extreme; far beyond what is normal.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0" y="2231136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09160" y="2286000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proclaimed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Announced something in a loud, official, or important way.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2843784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2898648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ridiculously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seems silly or unbelievable; so much that it is hard to take seriously.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Pronouns: He, She, It, They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looked up at the light.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it up high.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princess she did not know.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they lived in darkness.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Pronouns: He, She, It, They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princess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darkness.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     staring     named     waved     snapped     stopped     wrapped     nodding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nodding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Read: Ch. 41–42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"light" represent beyond the physical kind?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lesson do you think the author most wants readers to take away?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6060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92608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303580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Princess Pea stood in the light and looked at Roscuro. "I forgive you," she said. It was the bravest thing she had ever done — braver, even, than facing the dungeon.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Writing Connection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