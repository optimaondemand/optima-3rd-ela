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20 Day 2.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what I would DO in the disguise, not just who I would be?.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20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20.2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and the prince use disguises to escape. If you could disguise yourself as anyone for one day, who would you be and why? What would you do in your disguise?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Jemmy and the prince use disguises to escape. If you could disguise yourself as anyone for one day, who would you be and why? What would you do in your disguise?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what I would DO in the disguise, not just who I would be?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look for clues in what characters say AND how they say it. When two characters argue, both sides have a point. Look for both.</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look for clues in what characters say AND how they say it. When two characters argue, both sides have a point. Look for both.</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vanished into the wild green tangle.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through the dark tangled undergrowth</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through the dark tangled undergrowth</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The prince stumbled through the dark, tangled undergrowth.</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T on The; comma between the two adjectives dark and tangled;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Suffix -est (Day 2: Identify)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est</a:t>
            </a:r>
            <a:pPr indent="0" marL="0">
              <a:buNone/>
            </a:pPr>
            <a:r>
              <a:rPr lang="en-US" sz="1400" dirty="0">
                <a:solidFill>
                  <a:srgbClr val="64748B"/>
                </a:solidFill>
                <a:latin typeface="Calibri" pitchFamily="34" charset="0"/>
                <a:ea typeface="Calibri" pitchFamily="34" charset="-122"/>
                <a:cs typeface="Calibri" pitchFamily="34" charset="-120"/>
              </a:rPr>
              <a:t>  ·  — most quick</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est</a:t>
            </a:r>
            <a:pPr indent="0" marL="0">
              <a:buNone/>
            </a:pPr>
            <a:r>
              <a:rPr lang="en-US" sz="1400" dirty="0">
                <a:solidFill>
                  <a:srgbClr val="64748B"/>
                </a:solidFill>
                <a:latin typeface="Calibri" pitchFamily="34" charset="0"/>
                <a:ea typeface="Calibri" pitchFamily="34" charset="-122"/>
                <a:cs typeface="Calibri" pitchFamily="34" charset="-120"/>
              </a:rPr>
              <a:t>  ·  — most wild</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t>
            </a:r>
            <a:pPr indent="0" marL="0">
              <a:buNone/>
            </a:pPr>
            <a:r>
              <a:rPr lang="en-US" sz="1400" dirty="0">
                <a:solidFill>
                  <a:srgbClr val="64748B"/>
                </a:solidFill>
                <a:latin typeface="Calibri" pitchFamily="34" charset="0"/>
                <a:ea typeface="Calibri" pitchFamily="34" charset="-122"/>
                <a:cs typeface="Calibri" pitchFamily="34" charset="-120"/>
              </a:rPr>
              <a:t>  ·  — most strange</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t>
            </a:r>
            <a:pPr indent="0" marL="0">
              <a:buNone/>
            </a:pPr>
            <a:r>
              <a:rPr lang="en-US" sz="1400" dirty="0">
                <a:solidFill>
                  <a:srgbClr val="64748B"/>
                </a:solidFill>
                <a:latin typeface="Calibri" pitchFamily="34" charset="0"/>
                <a:ea typeface="Calibri" pitchFamily="34" charset="-122"/>
                <a:cs typeface="Calibri" pitchFamily="34" charset="-120"/>
              </a:rPr>
              <a:t>  ·  — most brave</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instinct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natural behavior that happens without thinking.</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foliage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Thick leaves and branches in a forest.</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tilt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At full tilt means going as fast as possible.</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shrewd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Clever at understanding situations and making smart decisions.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Prepositions (Day 2: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bear stood near the roots of the tree.</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hid inside the hollow trunk.</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appeared at the edge of the clearing.</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could hear footsteps beyond the trees.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Prepositions (Day 2: Identify)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bear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stood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near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roots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of</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tree.</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inside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hollow</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trunk.</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appeared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edge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of</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clearing.</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could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hear</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footsteps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beyond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trees.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r-Controlled Syllables (Day 2: Identify)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farmer     border     servant     perfect     purple     turkey</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ar or or</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er, ir, or ur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r-Controlled Syllables (Day 2: Identify)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ar or or</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farmer</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border</a:t>
            </a:r>
            <a:endParaRPr lang="en-US" sz="1400" dirty="0"/>
          </a:p>
        </p:txBody>
      </p:sp>
      <p:sp>
        <p:nvSpPr>
          <p:cNvPr id="10" name="Shape 8"/>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1" name="Text 9"/>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er, ir, or ur</a:t>
            </a:r>
            <a:endParaRPr lang="en-US" sz="1400" dirty="0"/>
          </a:p>
        </p:txBody>
      </p:sp>
      <p:sp>
        <p:nvSpPr>
          <p:cNvPr id="12" name="Text 10"/>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servant</a:t>
            </a:r>
            <a:endParaRPr lang="en-US" sz="1400" dirty="0"/>
          </a:p>
        </p:txBody>
      </p:sp>
      <p:sp>
        <p:nvSpPr>
          <p:cNvPr id="13" name="Text 11"/>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perfect</a:t>
            </a:r>
            <a:endParaRPr lang="en-US" sz="1400" dirty="0"/>
          </a:p>
        </p:txBody>
      </p:sp>
      <p:sp>
        <p:nvSpPr>
          <p:cNvPr id="14" name="Text 12"/>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purple</a:t>
            </a:r>
            <a:endParaRPr lang="en-US" sz="1400" dirty="0"/>
          </a:p>
        </p:txBody>
      </p:sp>
      <p:sp>
        <p:nvSpPr>
          <p:cNvPr id="15" name="Text 13"/>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turkey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13–14</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20 · Draft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