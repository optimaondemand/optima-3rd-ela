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20.2. Reading: Ch. 13–14.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look for clues in what characters say AND how they say it. When two characters argue, both sides have a point. Look for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prince stumbled through the dark, tangled undergrowth. 
Look for: Capital T on The; comma between the two adjectives dark and tangled;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prince stumbled through the dark, tangled undergrowth. 
Look for: Capital T on The; comma between the two adjectives dark and tangled;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inside, at, beyond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inside, at, beyond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 or or: farmer, border | er, ir, or ur: servant, perfect, purple, turkey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 or or: farmer, border | er, ir, or ur: servant, perfect, purple, turkey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0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👑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20.2  ·  Ch. 13–14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Perseverance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time you had to think fast.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time you had to think fast.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13–14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for clues in what characters say AND how they say it. When two characters argue, both sides have a point. Look for both.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for clues in what characters say AND how they say it. When two characters argue, both sides have a point. Look for both.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vanished into the wild green tangle.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stumbled through the dark tangled undergrowth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stumbled through the dark tangled undergrowth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prince stumbled through the dark, tangled undergrowth.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 on The; comma between the two adjectives dark and tangled;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-EST (DAY 2: IDENTIFY)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quickest — most quick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wildest — most wild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strangest — most strange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bravest — most brave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instinct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natural behavior that happens without thinking.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foliage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 leaves and branches in a forest.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full tilt means going as fast as possible.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shrewd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Clever at understanding situations and making smart decisions.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PREPOSITIONS (DAY 2: IDENTIFY)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stood the roots of the tree.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hid inside the hollow trunk.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appeared at the edge of the clearing.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could hear footsteps beyond the trees.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PREPOSITIONS (DAY 2: IDENTIFY)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stood the roots of the tree.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hid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hollow trunk.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appeared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edge of the clearing.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could hear footsteps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trees.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R-CONTROLLED SYLLABLES (DAY 2: IDENTIFY)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   ·   border   ·   servant   ·   perfect   ·   purple   ·   turkey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ar or or  |  er, ir, or ur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R-CONTROLLED SYLLABLES (DAY 2: IDENTIFY)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or or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er, ir, or ur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servant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turkey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13–14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Good readers look for clues in what characters say AND how they say it. When two characters argue, both sides have a point. Look for both.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Give two reasons this is not a haiku.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Look at the letters around the dot in each word. Count: vowel, consonant, consonant, vowel. That's the VCCV pattern 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