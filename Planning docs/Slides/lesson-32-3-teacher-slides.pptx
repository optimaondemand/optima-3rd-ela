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32.3. Reading: Reading: Week 32.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aloud. Give students a moment to think before writing.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minutes of sustained writing. Stamina over polish. Do not correct spelling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fix only. Editing is conventions; revision is ideas. Name which one you are asking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or three volunteers. Praise something specific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lens: Good readers in a fantasy story slow down and pay attention to how the author builds the world . Details of setting, character, and pattern all work together to create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sentence in the lesson: greatest novels — chosen, tested, and built time.
Tap through each highlighted word in the lesson and name what it does right before moving to the fix-it.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By the end of their stories, each character we read about had grown in ways that surprised even themselves. 
Look for: By the end of their stories begins the prepositional phrase used as an opener; comma after stories; had grown = past perfect verb (consistent with the past narrative); period ends.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By the end of their stories, each character we read about had grown in ways that surprised even themselves. 
Look for: By the end of their stories begins the prepositional phrase used as an opener; comma after stories; had grown = past perfect verb (consistent with the past narrative); period ends.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 the word into base + word part. Ask what the part adds to the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word appears in the chapters read this week, in the author’s own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chapters, then return to the pause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C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8229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🎉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457200" y="16916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Year-End Synthesis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200" y="2331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32.3  ·  Reading: Week 32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B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3 ELA  ·  Virtue: Gratitude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10-Minute Write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8412480" cy="1737360"/>
          </a:xfrm>
          <a:prstGeom prst="roundRect">
            <a:avLst>
              <a:gd name="adj" fmla="val 5263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71016"/>
            <a:ext cx="795528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about how you have changed as a reader since the first week of school.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30632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first. You will have five minutes to write.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Writing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65376"/>
            <a:ext cx="795528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about how you have changed as a reader since the first week of school.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2918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stop to erase. If you get stuck, write the last word again and keep going.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Edit &amp; Revise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1417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EDIT FOCUS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1965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circle any word I was not sure how to spell?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651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 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capitals  ·  end punctuation  ·  circle a word you are unsure of  ·  read it aloud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 Share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your hand  ·  paste it in the chat  ·  or hold your paper up to the camera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 Today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14984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Reading: Week 32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365760" y="15087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5760" y="1746504"/>
            <a:ext cx="841248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874520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Reflect on how reading skills have grown.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606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65760" y="2843784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in a fantasy story slow down and pay attention to how the author builds the world . Details of setting, character, and pattern all work together to create meaning.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GRAMMAR POINTS IN THE MODEL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887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greatest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Superlative adjective — the most great.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19072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810512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novels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noun — lowercase.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2340864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432304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dash — adds a strong contrast or explanation.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65760" y="2962656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054096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chosen, tested, and built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 verbs in a series — commas separate them.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FIX THIS ONE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their stories each character we read about had grown in ways that surprised even themselves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27889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the sentence correctly in your notebook.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FIX THIS ONE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their stories each character we read about had grown in ways that surprised even themselves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274320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66928" y="281635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CORRECTED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3072384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Corrected: By the end of their stories, each character we read about had grown in ways that surprised even themselves.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66928" y="3767328"/>
            <a:ext cx="8010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their stories begins the prepositional phrase used as an opener; comma after stories; had grown = past perfect verb (consistent with the past narrative); period ends.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Morphology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MORPHOLOGY REFLECTION: WORD PARTS I KNOW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1615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Match each clue to the correct word that uses this week's word part.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 Vocabulary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empathy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Despereaux showed ______ — he understood the princess's sadness as if it were his own.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288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resilience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Jemmy displayed remarkable ______ — no matter how many times things went wrong, he kept going.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5603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integrity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Lucy's ______ was never in question — she told the truth about Narnia even when the whole family thought she was lying.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 Read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Reading: Week 32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1719072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Reflect on how reading skills have grown.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As you read today, ask yourself: What makes the difference between a good response and a truly memorable one?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Re-read your opening paragraph. Does it name your character, their novel, and your claim? Revise it so all three are present and clear.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Optima Academy Online</dc:creator>
  <cp:lastModifiedBy>Optima Academy Online</cp:lastModifiedBy>
  <cp:revision>1</cp:revision>
  <dcterms:created xsi:type="dcterms:W3CDTF">2026-09-07T02:45:02Z</dcterms:created>
  <dcterms:modified xsi:type="dcterms:W3CDTF">2026-09-07T02:45:02Z</dcterms:modified>
</cp:coreProperties>
</file>