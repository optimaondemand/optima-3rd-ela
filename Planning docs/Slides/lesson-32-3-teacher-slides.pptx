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32 Day 3. Extension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give reasons for my choice, not just pick one?.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grammar point with students. These are the key patterns to notice before fixing the next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 Week 32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Unit — Lesson 32.3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year you have read novels about courage, honesty, kindness, and sacrifice. Which of those is the hardest to do in real life? Write about why you think so.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year you have read novels about courage, honesty, kindness, and sacrifice. Which of those is the hardest to do in real life? Write about why you think so.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give reasons for my choice, not just pick one?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how reading skills have grown.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makes the difference between a good response and a truly memorable one?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your opening paragraph. Does it name your character, their novel, and your claim? Revise it so all three are present and clear.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2646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greatest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Superlative adjective — the most great.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5681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novels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Common noun — lowercase.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871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Em dash — adds a strong contrast or explanation.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17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chosen, tested, and built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Parallel verbs in a series — commas separate them.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493008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5478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time.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Period — ends the sentence.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their stories each character we read about had grown in ways that surprised even themselves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their stories each character we read about had grown in ways that surprised even themselves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their stories, each character we read about had grown in ways that surprised even themselves.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their stories begins the prepositional phrase used as an opener; comma after stories; had grown = past perfect verb (consistent with the past narrative);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Morphology reflection: word parts I know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Apply: Build words using Year Review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makes the difference between a good response and a truly memorable one?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your opening paragraph. Does it name your character, their novel, and your claim? Revise it so all three are present and clear.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32 · REVISE and PREPARE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