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32.3.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greatest novels — chosen, tested, and built time.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By the end of their stories, each character we read about had grown in ways that surprised even themselves. 
Look for: By the end of their stories begins the prepositional phrase used as an opener; comma after stories; had grown = past perfect verb (consistent with the past narrative);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By the end of their stories, each character we read about had grown in ways that surprised even themselves. 
Look for: By the end of their stories begins the prepositional phrase used as an opener; comma after stories; had grown = past perfect verb (consistent with the past narrative);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32.3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Gratitude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how you have changed as a reader since the first week of school.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how you have changed as a reader since the first week of school.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how reading skills have grown.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Superlative adjective — the most great.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noun — lowercase.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dash — adds a strong contrast or explanation.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chosen, tested, and built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verbs in a series — commas separate them.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their stories each character we read about had grown in ways that surprised even themselves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their stories each character we read about had grown in ways that surprised even themselves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By the end of their stories, each character we read about had grown in ways that surprised even themselves.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their stories begins the prepositional phrase used as an opener; comma after stories; had grown = past perfect verb (consistent with the past narrative);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REFLECTION: WORD PARTS I KNOW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showed ______ — he understood the princess's sadness as if it were his own.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displayed remarkable ______ — no matter how many times things went wrong, he kept going.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Lucy's ______ was never in question — she told the truth about Narnia even when the whole family thought she was lying.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