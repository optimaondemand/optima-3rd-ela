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31 Day 4. Extension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explain both my old thinking and my new thinking?.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grammar point with students. These are the key patterns to notice before fixing the next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E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🌟  Week 31 · Day 4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Unit — Lesson 31.4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reading both texts this week, has your idea of courage changed? Write what you thought courage meant at the beginning of the week, and what you think now.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reading both texts this week, has your idea of courage changed? Write what you thought courage meant at the beginning of the week, and what you think now.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explain both my old thinking and my new thinking?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E67E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E67E22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how two authors present the same topic or theme.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After a whole year of reading, what do you think courage really means — and which story taught you the most about it?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closing paragraph. Restate your claim about courage in a new way, and explain what you take away from reading both texts.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2646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Subject — refers to both authors.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5681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Present-tense verb — used for what a text argues.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8716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Noun — contrast with the next noun.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17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Noun — the central idea of both texts.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3493008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" y="35478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lifetime.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Period — ends the sentence.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E67E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E67E22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reading both texts i believe that courage is something every character we read about this year had to find inside themselves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E67E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E67E22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reading both texts i believe that courage is something every character we read about this year had to find inside themselves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167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reading both texts, I believe that courage is something every character we read about this year had to find inside themselves.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1089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reading both texts begins the dependent clause; comma after texts; I is always capitalized;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Morphology review: prefixes and suffixes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Explain: What does Review mean?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Week 31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After a whole year of reading, what do you think courage really means — and which story taught you the most about it?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closing paragraph. Restate your claim about courage in a new way, and explain what you take away from reading both texts.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31 · COMPLETE Comparison Response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