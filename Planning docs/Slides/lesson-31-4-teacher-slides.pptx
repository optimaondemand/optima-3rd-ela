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31.4.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Both agree feeling choice lifetime.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After reading both texts, I believe that courage is something every character we read about this year had to find inside themselves. 
Look for: After reading both texts begins the dependent clause; comma after texts; I is always capitalized;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After reading both texts, I believe that courage is something every character we read about this year had to find inside themselves. 
Look for: After reading both texts begins the dependent clause; comma after texts; I is always capitalized;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🎉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Synthesis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31.4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Gratitude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a time you did the right thing when it was not the easy thing.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a time you did the right thing when it was not the easy thing.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read my writing out loud to check that it makes sense?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how two authors present the same topic or theme.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— refers to both authors.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Present-tense verb — used for what a text argues.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 — contrast with the next noun.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 — the central idea of both texts.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reading both texts i believe that courage is something every character we read about this year had to find inside themselves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reading both texts i believe that courage is something every character we read about this year had to find inside themselves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After reading both texts, I believe that courage is something every character we read about this year had to find inside themselves.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reading both texts begins the dependent clause; comma after texts; I is always capitalized;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REVIEW: PREFIXES AND SUFFIXES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Complete each sentence in your notebook to show you understand the word part.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2026-09-08T13:30:01Z</dcterms:created>
  <dcterms:modified xsi:type="dcterms:W3CDTF">2026-09-08T13:30:01Z</dcterms:modified>
</cp:coreProperties>
</file>