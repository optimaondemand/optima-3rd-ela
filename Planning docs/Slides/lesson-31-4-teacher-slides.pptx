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Both agree feeling choice lifetime.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After reading both texts, I believe that courage is something every character we read about this year had to find inside themselves. 
Look for: After reading both texts begins the dependent clause; comma after texts; I is always capitalized;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After reading both texts, I believe that courage is something every character we read about this year had to find inside themselves. 
Look for: After reading both texts begins the dependent clause; comma after texts; I is always capitalized;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did the right thing when it was not the easy thing.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did the right thing when it was not the easy thing.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— refers to both authors.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Present-tense verb — used for what a text argues.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contrast with the next noun.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the central idea of both texts.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i believe that courage is something every character we read about this year had to find inside themselves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i believe that courage is something every character we read about this year had to find inside themselves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After reading both texts, I believe that courage is something every character we read about this year had to find inside themselves.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begins the dependent clause; comma after texts; I is always capitalized;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