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Week 32 Day 3.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 once. Give students about 1 minute to read it again silently and think. Remind them: there is no wrong answer — just write what comes to mind. Advance to the writing slide when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Walk the room quietly. If a student stops, gently encourage them: "Keep writing — even one more sentence." The goal is sustained writing, not perfection. Do not interrupt to correct spelling or grammar during this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1-minute timer. Remind students: we are only fixing ONE thing today — Did I give reasons for my choice, not just pick one?. They should also do a quick conventions check (capitals, punctuation, spelling). They do NOT need to rewrite — just fix and improve. Revision = improving ideas; Editing = fixing conventions. Keep them separate in your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 to share. Respond with genuine interest: "I love how you described that" or "That's a really interesting idea." Avoid correcting grammar or spelling during share time — this is about celebrating writing. If time is short, have 2-3 students share in chat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big question and reading lens with students before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each grammar point with students. These are the key patterns to notice before fixing the next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1-2 minutes to fix the sentence. Walk the room and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 corrected version. Point out each fix: capitalization, punctuation, spelling.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morphology focus. Have students identify the base word and affix in each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focus slide. Use pause-and-think questions during reading. Copywork can be done after reading.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writing workshop assignment in Canvas.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Week 32 · Day 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— Lesson 32.3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· 3rd Grade ELA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10-Minute Write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27048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 you have read novels about courage, honesty, kindness, and sacrifice. Which of those is the hardest to do in real life? Write about why you think so.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the chat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 paper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hold up when we share.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548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✏️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Time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0" y="292608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30175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get stuck: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Reread the prompt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"I'm thinking..." until a new idea comes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going — don't erase!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2148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check: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give reasons for my choice, not just pick one?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6400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30175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Capital letters at the start of every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End punctuation ( .  ?  ! 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Spelling — circle any words that look wrong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Read it quietly to yourself — does it sound right?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🗣️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0" y="2468880"/>
            <a:ext cx="54864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103120" y="2560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share: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Raise your hand if you want to read yours aloud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Or paste your writing in the chat
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 Listen respectfully when others share
</a:t>
            </a:r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ideas matter — there are no wrong answers.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441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how reading skills have grown.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0756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ask yourself: What makes the difference between a good response and a truly memorable one?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8072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your opening paragraph. Does it name your character, their novel, and your claim? Revise it so all three are present and clear.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Model Sentence —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264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Superlative adjective — the most great.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5681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novels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Common noun — lowercase.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32304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4871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Em dash — adds a strong contrast or explanation.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962656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chosen, tested, and built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Parallel verbs in a series — commas separate them.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547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Period — ends the sentence.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Fix-It Sentence — Now You Try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their stories each character we read about had grown in ways that surprised even themselves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Fix-It Sentence — Answer Revealed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5C8E8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their stories each character we read about had grown in ways that surprised even themselves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1671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their stories, each character we read about had grown in ways that surprised even themselves.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their stories begins the prepositional phrase used as an opener; comma after stories; had grown = past perfect verb (consistent with the past narrative); period ends.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Morphology: Morphology reflection: word parts I know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EXAMPLES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📌 Apply: Build words using Year Review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Week 32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ask yourself: What makes the difference between a good response and a truly memorable one?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your opening paragraph. Does it name your character, their novel, and your claim? Revise it so all three are present and clear.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Writer’s Workshop: Week 32 · REVISE and PREPARE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writing assignment in Canvas.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writing prompt for today's workshop.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2026-07-11T14:14:22Z</dcterms:created>
  <dcterms:modified xsi:type="dcterms:W3CDTF">2026-07-11T14:14:22Z</dcterms:modified>
</cp:coreProperties>
</file>