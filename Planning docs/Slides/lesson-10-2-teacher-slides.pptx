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10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what helped me stay hopeful, not just that I did?.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10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10.2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taken from her father and treated badly by her uncle. Even so, she stays hopeful. Write about a time you stayed hopeful even when things were hard. What kept you going?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taken from her father and treated badly by her uncle. Even so, she stays hopeful. Write about a time you stayed hopeful even when things were hard. What kept you going?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what helped me stay hopeful, not just that I did?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their wants collide?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character do you feel most sympathy for, and why?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Miggery Sow), the pronoun (he),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18–19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their wants collide?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character do you feel most sympathy for, and why?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a princess?" Mig asked. "A princess," said Roscuro, "wears beautiful clothes and is loved by everyone and never has to peel a turnip." Mig thought about this for a long time.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