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10.2. Reading: Ch. 18–19.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came to Miggery Sow in the darkness of the kitchen and whispered his plan.
Look for: Did you catch the proper nouns (Roscuro, Miggery Sow), the pronoun (he),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came to Miggery Sow in the darkness of the kitchen and whispered his plan.
Look for: Did you catch the proper nouns (Roscuro, Miggery Sow), the pronoun (he),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10.2  ·  Ch. 18–19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talks to a prisoner who says he did something terrible long ago. Write about a time you had to tell someone the truth about a mistake.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talks to a prisoner who says he did something terrible long ago. Write about a time you had to tell someone the truth about a mistake.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a comma between the day and the year in any date I wrote?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Miggery Sow), the pronoun (he),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   ·   cried   ·   carried   ·   emptied   ·   played   ·   stayed   ·   obeyed   ·   enjoyed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became i  |  y stayed 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man was sitting with his legs stretched out straight in front of him, chained to the floor. The red cloth was still draped over his shoulders.”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finds Mig working in the kitchen. What does he offer her, and why does she agree?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plan becomes clearer in Chapter 19. What does Roscuro actually want, and what role does Mig play?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problem getting harder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