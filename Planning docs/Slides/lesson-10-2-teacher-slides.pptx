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10.2. Reading: Ch. 18–19.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explain different characters' perspectives . Each character sees the same events through their own eyes, wants, and fears.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Roscuro came to Miggery Sow in the darkness of the kitchen and whispered his plan.
Look for: Did you catch the proper nouns (Roscuro, Miggery Sow), the pronoun (he), and capital letters?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Roscuro came to Miggery Sow in the darkness of the kitchen and whispered his plan.
Look for: Did you catch the proper nouns (Roscuro, Miggery Sow), the pronoun (he), and capital letters?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She, it, They, him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She, it, They, him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 became i: hurried, cried, carried, emptied | y stayed y: played, stayed, obeyed, enjoyed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 became i: hurried, cried, carried, emptied | y stayed y: played, stayed, obeyed, enjoyed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Writer’s Workshop stage for the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1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🐭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Tale of Despereaux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10.2  ·  Ch. 18–19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Courage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Roscuro talks to a prisoner who says he did something terrible long ago. Write about a time you had to tell someone the truth about a mistake.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Roscuro talks to a prisoner who says he did something terrible long ago. Write about a time you had to tell someone the truth about a mistake.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put a comma between the day and the year in any date I wrote?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18–19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Despereaux, Roscuro, and Mig each want right now?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explain different characters' perspectives . Each character sees the same events through their own eyes, wants, and fears.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roscuro came to miggery sow in the darkness of the kitchen and whispered his plan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he promised her that she could be a princess if she did exactly what he asked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both sentences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roscuro came to miggery sow in the darkness of the kitchen and whispered his plan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he promised her that she could be a princess if she did exactly what he asked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Roscuro came to Miggery Sow in the darkness of the kitchen and whispered his plan.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 catch the proper nouns (Roscuro, Miggery Sow), the pronoun (he), and capital letters?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DIS-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disappear — base word: appear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dislike — base word: like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disagree — base word: agree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318211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00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disobey — base word: obey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revenge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Hurting someone back for something they did to you.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ridiculous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silly or unreasonable that it is hard to take seriously.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banquet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large, formal meal for many guests.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soul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deepest part of a person — who they really are inside.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 AND OBJECT PRONOUNS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pointed her finger right at Roscuro.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Gregory held it up high.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lived in the darkness below the castle.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rats smelled him before he saw them.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turn. Find the subject pronoun — the one doing the action. Tap a word to check — green means you got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 AND OBJECT PRONOUNS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pointed her finger right at Roscuro.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Gregory held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up high.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lived in the darkness below the castle.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rats smelled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him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before he saw them.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CHANGING Y TO I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hurried   ·   cried   ·   carried   ·   emptied   ·   played   ·   stayed   ·   obeyed   ·   enjoyed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y became i  |  y stayed y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CHANGING Y TO I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became i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hurried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emptied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1772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stayed y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1772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obeyed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enjoyed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18–19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 — FROM THE NOVEL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19072"/>
            <a:ext cx="8412480" cy="1143000"/>
          </a:xfrm>
          <a:prstGeom prst="roundRect">
            <a:avLst>
              <a:gd name="adj" fmla="val 8000"/>
            </a:avLst>
          </a:prstGeom>
          <a:solidFill>
            <a:srgbClr val="F0E8FF"/>
          </a:solidFill>
          <a:ln w="1905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47088"/>
            <a:ext cx="79552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 man was sitting with his legs stretched out straight in front of him, chained to the floor. The red cloth was still draped over his shoulders.”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017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327355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What do Despereaux, Roscuro, and Mig each want right now?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How might their wants collide?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Which character do you feel most sympathy for, and why?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 Writer’s Workshop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STAGE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the problem getting harder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2026-09-07T02:49:07Z</dcterms:created>
  <dcterms:modified xsi:type="dcterms:W3CDTF">2026-09-07T02:49:07Z</dcterms:modified>
</cp:coreProperties>
</file>