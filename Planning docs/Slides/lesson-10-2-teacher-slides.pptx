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10.2. Reading: Ch. 18–19.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Good readers explain different characters' perspectives. Each character sees the same events through their own eyes, wants, and fears.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Tap through each highlighted word in the lesson and name what it does right before moving to the fix-it.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He promised her that she could be a princess if she did exactly what he asked. 
Look for: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He promised her that she could be a princess if she did exactly what he asked. 
Look for: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word appears in the chapters read this week, in the author’s own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talk through the questions before revealing the pattern.
A subject pronoun does the action: I, he, she, it, we, they. An object pronoun receives it: me, him, her, it, us, them. Say the sentence aloud — your ear will usually catch the wrong one.
she is the subject doing the knowing; it is the object being known.
He (King Phillip) is the subject doing the declaring; them (the rats) is the object receiving it. Swap them — Them declared he outlaws — and your ear rejects it at once.
The word his in the first sentence is a different kind of pronoun. It shows whose revenge, so it is not in either group this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talk through the questions before revealing the pattern.
A subject pronoun does the action: I, he, she, it, we, they. An object pronoun receives it: me, him, her, it, us, them. Say the sentence aloud — your ear will usually catch the wrong one.
she is the subject doing the knowing; it is the object being known.
He (King Phillip) is the subject doing the declaring; them (the rats) is the object receiving it. Swap them — Them declared he outlaws — and your ear rejects it at once.
The word his in the first sentence is a different kind of pronoun. It shows whose revenge, so it is not in either group this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She, him, They, her, He, them, I, her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She, him, They, her, He, them, I, her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Rule: Most plurals just add -s. Words ending in a hissing sound ( s, x, ch, sh, z ) need -es so you can hear the extra beat: box → boxes. Consonant + y changes the y to i and adds -es: city → cities.
Answers: boxes, dishes, benches, brushes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Rule: Most plurals just add -s. Words ending in a hissing sound ( s, x, ch, sh, z ) need -es so you can hear the extra beat: box → boxes. Consonant + y changes the y to i and adds -es: city → cities.
Answers: boxes, dishes, benches, brushes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Writer’s Workshop stage for the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1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🐭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Tale of Despereaux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10.2  ·  Ch. 18–19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Courage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Roscuro talks to a prisoner who says he did something terrible long ago. Write about a time you had to tell someone the truth about a mistake.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Roscuro talks to a prisoner who says he did something terrible long ago. Write about a time you had to tell someone the truth about a mistake.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put a comma between the day and the year in any date I wrote?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8B6F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14984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18–19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74650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745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Despereaux, Roscuro, and Mig each want right now?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84378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explain different characters' perspectives. Each character sees the same events through their own eyes, wants, and fears.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— STUDY WHAT IS RIGHT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E5F7FC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0700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trusted him because he told her exactly what she wanted to hear.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359152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and he are subject pronouns — they do the action. Him and her are object pronouns — they receive it. The sentence starts with a capital letter and ends with a period.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promised her that she could be a princess if she did exactly what he asked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sentence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promised her that she could be a princess if she did exactly what he asked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promised her that she could be a princess if she did exactly what he asked.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8B6F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MIS- MEANS WRONG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mis- + read = misread — to read wrong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92224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110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mis- + lead = mislead — to lead someone in the wrong direction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487168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060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Practice: Match the word to its base!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Vocabulary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revenge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Hurting someone back for something they did to you.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ridiculous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silly or unreasonable that it is hard to take seriously.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banquet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large, formal meal for many guests.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65760" y="32918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soul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deepest part of a person — who they really are inside.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 — What do you notice?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AND OBJECT PRONOUNS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pronouns marked in each sentence — the little words standing in for names.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591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" y="1591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b="1" u="sng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b="1" u="sng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it,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b="1" u="sng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instrumental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helping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revenge.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212848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34086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94360" y="234086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u="sng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b="1" u="sng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outlaws.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65760" y="300837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IT THROUGH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3255264"/>
            <a:ext cx="841248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each sentence, which pronoun is doing something?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Which pronoun is having something done to it?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Swap the two pronouns around and read it aloud. What does your ear tell you?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 — What do you notice?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AND OBJECT PRONOUNS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pronouns marked in each sentence — the little words standing in for names.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591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" y="1591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b="1" u="sng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b="1" u="sng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it,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b="1" u="sng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instrumental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helping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revenge.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212848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34086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94360" y="234086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u="sng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b="1" u="sng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outlaws.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65760" y="3008376"/>
            <a:ext cx="8412480" cy="1837944"/>
          </a:xfrm>
          <a:prstGeom prst="roundRect">
            <a:avLst>
              <a:gd name="adj" fmla="val 4975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66928" y="307238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THE PATTERN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" y="3328416"/>
            <a:ext cx="8010144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subject pronoun does the action: I, he, she, it, we, they. An object pronoun receives it: me, him, her, it, us, them. Say the sentence aloud — your ear will usually catch the wrong one.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is the subject doing the knowing; it is the object being known.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(King Phillip) is the subject doing the declaring; them (the rats) is the object receiving it. Swap them — Them declared he outlaws — and your ear rejects it at once.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 his in the first sentence is a different kind of pronoun. It shows whose revenge, so it is not in either group this week.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AND OBJECT PRONOUNS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handed the spoon to him without a word.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followed her down to the dungeon.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told them about the music.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asked her for the thread.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turn. Tap every pronoun in each sentence — there is more than one. The sentence only finishes when you have found them all.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AND OBJECT PRONOUNS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handed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spoon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followed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dungeon.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told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asked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Answers revealed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PLURALS: -S, -ES, AND -IES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THE RULE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960120"/>
          </a:xfrm>
          <a:prstGeom prst="roundRect">
            <a:avLst>
              <a:gd name="adj" fmla="val 9524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426464"/>
            <a:ext cx="7955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plurals just add -s. Words ending in a hissing sound ( s, x, ch, sh, z ) need -es so you can hear the extra beat: box → boxes. Consonant + y changes the y to i and adds -es: city → cities.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39572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Detective! Say each plural out loud. One in each row needed a whole extra beat.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852928"/>
            <a:ext cx="8412480" cy="438912"/>
          </a:xfrm>
          <a:prstGeom prst="roundRect">
            <a:avLst>
              <a:gd name="adj" fmla="val 208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916936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boxes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cats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3337560"/>
            <a:ext cx="841248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0156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dishes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doors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3822192"/>
            <a:ext cx="8412480" cy="438912"/>
          </a:xfrm>
          <a:prstGeom prst="roundRect">
            <a:avLst>
              <a:gd name="adj" fmla="val 208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88620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letters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stamps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benches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65760" y="4306824"/>
            <a:ext cx="841248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" y="437083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kites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boats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roads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brushes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PLURALS: -S, -ES, AND -IES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THE RULE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960120"/>
          </a:xfrm>
          <a:prstGeom prst="roundRect">
            <a:avLst>
              <a:gd name="adj" fmla="val 9524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426464"/>
            <a:ext cx="7955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plurals just add -s. Words ending in a hissing sound ( s, x, ch, sh, z ) need -es so you can hear the extra beat: box → boxes. Consonant + y changes the y to i and adds -es: city → cities.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39572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Detective! Say each plural out loud. One in each row needed a whole extra beat.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852928"/>
            <a:ext cx="8412480" cy="438912"/>
          </a:xfrm>
          <a:prstGeom prst="roundRect">
            <a:avLst>
              <a:gd name="adj" fmla="val 208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916936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boxes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cats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3337560"/>
            <a:ext cx="841248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0156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    ·     </a:t>
            </a:r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dishes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doors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3822192"/>
            <a:ext cx="8412480" cy="438912"/>
          </a:xfrm>
          <a:prstGeom prst="roundRect">
            <a:avLst>
              <a:gd name="adj" fmla="val 208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88620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letters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stamps     ·     </a:t>
            </a:r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benches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65760" y="4306824"/>
            <a:ext cx="841248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" y="437083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kites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boats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roads     ·     </a:t>
            </a:r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brushes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5760" y="480974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Answers revealed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8B6F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18–19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COPYWORK — FROM THE NOVEL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8412480" cy="1143000"/>
          </a:xfrm>
          <a:prstGeom prst="roundRect">
            <a:avLst>
              <a:gd name="adj" fmla="val 8000"/>
            </a:avLst>
          </a:prstGeom>
          <a:solidFill>
            <a:srgbClr val="F0E8FF"/>
          </a:solidFill>
          <a:ln w="19050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47088"/>
            <a:ext cx="79552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man was sitting with his legs stretched out straight in front of him, chained to the floor. The red cloth was still draped over his shoulders.”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0175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3273552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Roscuro finds Mig working in the kitchen. What does he offer her, and why does she agree?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The plan becomes clearer in Chapter 19. What does Roscuro actually want, and what role does Mig play?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🪶  Writer’s Workshop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WEEK’S STAGE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the problem getting harder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2026-10-19T11:55:30Z</dcterms:created>
  <dcterms:modified xsi:type="dcterms:W3CDTF">2026-10-19T11:55:30Z</dcterms:modified>
</cp:coreProperties>
</file>