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10.1. Reading: Ch. 16–17.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explain different characters' perspectives . Each character sees the same events through their own eyes, wants, and fears.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Miggery Sow was a very small girl with very large ears who wanted to be a princess.
Look for: Did you catch the proper noun (Miggery Sow), the pronoun (she), and the commas in the list?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 1. Miggery Sow was a very small girl with very large ears who wanted to be a princess.
Look for: Did you catch the proper noun (Miggery Sow), the pronoun (she), and the commas in the list?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She, it, They, him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She, it, They, him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became i: hurried, cried, carried, emptied | y stayed y: played, stayed, obeyed, enjoyed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 became i: hurried, cried, carried, emptied | y stayed y: played, stayed, obeyed, enjoyed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Writer’s Workshop stage for the week.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1A6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🐭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Tale of Despereaux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10.1  ·  Ch. 16–17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Courage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Roscuro is a rat who loves light, which is strange for a rat. Write about something you love that other people find strange.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Roscuro is a rat who loves light, which is strange for a rat. Write about something you love that other people find strange.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at the start of each sentence?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14984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16–17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365760" y="15087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65760" y="174650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7452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Despereaux, Roscuro, and Mig each want right now?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606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65760" y="284378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explain different characters' perspectives . Each character sees the same events through their own eyes, wants, and fears.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was a very small girl with very large ears who wanted to be a princess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had been sold by her father for a tablecloth a hen and a red bowl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both sentences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THESE SENTENCES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was a very small girl with very large ears who wanted to be a princess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7452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200253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she had been sold by her father for a tablecloth a hen and a red bowl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Miggery Sow was a very small girl with very large ears who wanted to be a princess.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you catch the proper noun (Miggery Sow), the pronoun (she), and the commas in the list?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DIS-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disappear — base word: appear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dislike — base word: like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487168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06040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disagree — base word: agree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365760" y="3182112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300984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disobey — base word: obey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VOCABULARY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revenge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Hurting someone back for something they did to you.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ridiculous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silly or unreasonable that it is hard to take seriously.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banquet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large, formal meal for many guests.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365760" y="329184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soul 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deepest part of a person — who they really are inside.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AND OBJECT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pointed her finger right at Roscuro.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it up high.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lived in the darkness below the castle.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smelled him before he saw them.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turn. Find the subject pronoun — the one doing the action. Tap a word to check — green means you got it.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 AND OBJECT PRONOUNS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pointed her finger right at Roscuro.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Gregory held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up high.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lived in the darkness below the castle.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65760" y="327355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94360" y="341985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rats smelled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him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before he saw them.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65760" y="405079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 TO I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hurried   ·   cried   ·   carried   ·   emptied   ·   played   ·   stayed   ·   obeyed   ·   enjoyed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y became i  |  y stayed y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CHANGING Y TO I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became i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hurried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emptied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617720" y="1078992"/>
            <a:ext cx="411480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4663440" y="113385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stayed y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617720" y="1591056"/>
            <a:ext cx="411480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709160" y="1700784"/>
            <a:ext cx="393192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obeyed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enjoyed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8B6FC0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Ch. 16–17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COPYWORK — FROM THE NOVEL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19072"/>
            <a:ext cx="8412480" cy="1143000"/>
          </a:xfrm>
          <a:prstGeom prst="roundRect">
            <a:avLst>
              <a:gd name="adj" fmla="val 8000"/>
            </a:avLst>
          </a:prstGeom>
          <a:solidFill>
            <a:srgbClr val="F0E8FF"/>
          </a:solidFill>
          <a:ln w="19050">
            <a:solidFill>
              <a:srgbClr val="8B6FC0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47088"/>
            <a:ext cx="7955280" cy="8869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“Reader, do you know the definition of the word “chiaroscuro”? If you look in your dictionary, you will find that it means the arrangement of light and dark, darkness and light together.”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017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3273552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What do Despereaux, Roscuro, and Mig each want right now?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How might their wants collide?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Which character do you feel most sympathy for, and why?</a:t>
            </a:r>
            <a:endParaRPr lang="en-US" sz="15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🪶  Writer’s Workshop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WEEK’S STAGE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your opening scene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2026-09-07T02:49:07Z</dcterms:created>
  <dcterms:modified xsi:type="dcterms:W3CDTF">2026-09-07T02:49:07Z</dcterms:modified>
</cp:coreProperties>
</file>