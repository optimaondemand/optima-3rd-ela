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10.1. Reading: Ch. 16–17.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explain different characters' perspectives . Each character sees the same events through their own eyes, wants, and fears.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Miggery Sow was a very small girl with very large ears who wanted to be a princess.
Look for: Did you catch the proper noun (Miggery Sow), the pronoun (she), and the commas in the list?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Miggery Sow was a very small girl with very large ears who wanted to be a princess.
Look for: Did you catch the proper noun (Miggery Sow), the pronoun (she), and the commas in the list?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She, it, They, him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She, it, They, him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 became i: hurried, cried, carried, emptied | y stayed y: played, stayed, obeyed, enjoyed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 became i: hurried, cried, carried, emptied | y stayed y: played, stayed, obeyed, enjoyed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10.1  ·  Ch. 16–17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Roscuro is a rat who loves light, which is strange for a rat. Write about something you love that other people find strange.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Roscuro is a rat who loves light, which is strange for a rat. Write about something you love that other people find strange.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at the start of each sentence?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16–17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Despereaux, Roscuro, and Mig each want right now?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explain different characters' perspectives . Each character sees the same events through their own eyes, wants, and fears.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was a very small girl with very large ears who wanted to be a princess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she had been sold by her father for a tablecloth a hen and a red bowl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was a very small girl with very large ears who wanted to be a princess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she had been sold by her father for a tablecloth a hen and a red bowl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was a very small girl with very large ears who wanted to be a princess.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 (Miggery Sow), the pronoun (she), and the commas in the list?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DIS-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disappear — base word: appear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dislike — base word: like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disagree — base word: agree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disobey — base word: obey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revenge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Hurting someone back for something they did to you.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ridiculous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silly or unreasonable that it is hard to take seriously.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banquet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large, formal meal for many guests.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deepest part of a person — who they really are inside.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AND OBJECT PRONOUNS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pointed her finger right at Roscuro.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it up high.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lived in the darkness below the castle.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smelled him before he saw them.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subject pronoun — the one doing the action.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AND OBJECT PRONOUNS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pointed her finger right at Roscuro.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up high.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lived in the darkness below the castle.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smelled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he saw them.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Y TO 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hurried   ·   cried   ·   carried   ·   emptied   ·   played   ·   stayed   ·   obeyed   ·   enjoyed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y became i  |  y stayed y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Y TO I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became 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hurried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emptied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stayed 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obeyed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enjoyed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16–17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“Reader, do you know the definition of the word “chiaroscuro”? If you look in your dictionary, you will find that it means the arrangement of light and dark, darkness and light together.”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author gives us one big physical detail about Mig first. What is it, and what does it tell us about her life?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Something very hard happens in Chapter 17. What is it, and how does Mig respond?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your opening scene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