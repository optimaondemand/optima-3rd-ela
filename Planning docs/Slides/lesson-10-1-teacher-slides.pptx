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10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dream with details that make it feel real?.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10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10.1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a servant girl who dreams of being a princess. What is something YOU dream about being or doing that feels really far from your life right now? Write about that dream. Start with: 'Someday, I want to...'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a servant girl who dreams of being a princess. What is something YOU dream about being or doing that feels really far from your life right now? Write about that dream. Start with: 'Someday, I want to...'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dream with details that make it feel real?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their wants collide?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character do you feel most sympathy for, and why?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, a hen , and a red bowl.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the commas in the list?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16–17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their wants collide?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character do you feel most sympathy for, and why?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Mig's mother had died and her father had sold her for a tablecloth, a hen, and a red bowl. She did not think of this as tragic. She thought of it as the way things were.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