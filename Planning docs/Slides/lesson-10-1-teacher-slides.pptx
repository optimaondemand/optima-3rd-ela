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10.1. Reading: Ch. 16–17.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explain different characters' perspectives. Each character sees the same events through their own eyes, wants, and fears.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She had been sold by her father for a tablecloth, a hen, and a red bowl.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She had been sold by her father for a tablecloth, a hen, and a red bowl.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subject pronoun does the action: I, he, she, it, we, they. An object pronoun receives it: me, him, her, it, us, them. Say the sentence aloud — your ear will usually catch the wrong one.
she is the subject doing the knowing; it is the object being known.
He (King Phillip) is the subject doing the declaring; them (the rats) is the object receiving it. Swap them — Them declared he outlaws — and your ear rejects it at once.
The word his in the first sentence is a different kind of pronoun. It shows whose revenge, so it is not in either group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subject pronoun does the action: I, he, she, it, we, they. An object pronoun receives it: me, him, her, it, us, them. Say the sentence aloud — your ear will usually catch the wrong one.
she is the subject doing the knowing; it is the object being known.
He (King Phillip) is the subject doing the declaring; them (the rats) is the object receiving it. Swap them — Them declared he outlaws — and your ear rejects it at once.
The word his in the first sentence is a different kind of pronoun. It shows whose revenge, so it is not in either group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1: I, he, she, they | Group 2: me, him, her,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1: I, he, she, they | Group 2: me, him, her,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-s: spoons, bowls, kettles | -es: dishes, boxes, wishes | y → -ies: stories, ponies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-s: spoons, bowls, kettles | -es: dishes, boxes, wishes | y → -ies: stories, ponies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10.1  ·  Ch. 16–17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is a rat who loves light, which is strange for a rat. Write about something you love that other people find strange.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is a rat who loves light, which is strange for a rat. Write about something you love that other people find strange.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at the start of each sentence?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16–17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Despereaux, Roscuro, and Mig each want right now?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explain different characters' perspectives. Each character sees the same events through their own eyes, wants, and fears.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carried the tablecloth, the hen, and the bowl out to the waiting cart.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a subject pronoun — it does the action. Commas separate the three things in the list, and and comes before the last one. A period ends the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had been sold by her father for a tablecloth a hen and a red bowl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had been sold by her father for a tablecloth a hen and a red bowl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had been sold by her father for a tablecloth, a hen, and a red bowl.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MIS- MEANS WRONG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read = misread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use = misuse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take = mistake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match = mismatch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revenge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Hurting someone back for something they did to you.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ridiculous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silly or unreasonable that it is hard to take seriously.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formal meal for many guests.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part of a person — who they really are inside.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pronouns marked in each sentence — the little words standing in for names.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revenge.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outlaws.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each sentence, which pronoun is doing something?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pronoun is having something done to it?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Swap the two pronouns around and read it aloud. What does your ear tell you?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pronouns marked in each sentence — the little words standing in for names.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revenge.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outlaws.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 pronoun does the action: I, he, she, it, we, they. An object pronoun receives it: me, him, her, it, us, them. Say the sentence aloud — your ear will usually catch the wrong one.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the subject doing the knowing; it is the object being known.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(King Phillip) is the subject doing the declaring; them (the rats) is the object receiving it. Swap them — Them declared he outlaws — and your ear rejects it at once.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his in the first sentence is a different kind of pronoun. It shows whose revenge, so it is not in either group this week.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957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  ·    they    ·    her    ·    he    ·    me    ·    them    ·    she    ·    him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Sort these eight into the two columns. The columns are blank on purpose — sort first, then work out what the split is.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C7922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06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6420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C7922C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06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157276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66420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37033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name the split: what does every word in each group have in common?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PLURALS: -S, -ES, AND -IES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spoons   ·   bowls   ·   kettles   ·   dishes   ·   boxes   ·   wishes   ·   stories   ·   ponies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just -s  |  -es  |  y → -ies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PLURALS: -S, -ES, AND -IES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-s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1564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326136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1564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0708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1980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606552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→ -ies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1980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1124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ponies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16–17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“Reader, do you know the definition of the word “chiaroscuro”? If you look in your dictionary, you will find that it means the arrangement of light and dark, darkness and light together.”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author gives us one big physical detail about Mig first. What is it, and what does it tell us about her life?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Something very hard happens in Chapter 17. What is it, and how does Mig respond?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opening scene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2026-10-19T11:55:30Z</dcterms:created>
  <dcterms:modified xsi:type="dcterms:W3CDTF">2026-10-19T11:55:30Z</dcterms:modified>
</cp:coreProperties>
</file>