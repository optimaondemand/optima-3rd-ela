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19 Day 4.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how the experience taught me, not just what I learned?.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19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19.4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knows how to survive because of his hard life. The prince knows nothing useful because of his easy life. Write about something useful you have learned NOT from school, but from real life experience.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Jemmy knows how to survive because of his hard life. The prince knows nothing useful because of his easy life. Write about something useful you have learned NOT from school, but from real life experience.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how the experience taught me, not just what I learned?</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return to the whole section and ask: how has each character changed since Chapter 1? Compare who they were at the start to who they are now.</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return to the whole section and ask: how has each character changed since Chapter 1? Compare who they were at the start to who they are now.</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me you think you're protecting," said Jemmy.</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you they're looking for said the prince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you they're looking for said the prince</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"It's not you they're looking for," said the prince.</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Opening quotation mark; capital I; apostrophe in It's; apostrophe in they're; comma inside the closing quote; lowercase said;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Suffix -er (Day 4: Explain)</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er</a:t>
            </a:r>
            <a:pPr indent="0" marL="0">
              <a:buNone/>
            </a:pPr>
            <a:r>
              <a:rPr lang="en-US" sz="1400" dirty="0">
                <a:solidFill>
                  <a:srgbClr val="64748B"/>
                </a:solidFill>
                <a:latin typeface="Calibri" pitchFamily="34" charset="0"/>
                <a:ea typeface="Calibri" pitchFamily="34" charset="-122"/>
                <a:cs typeface="Calibri" pitchFamily="34" charset="-120"/>
              </a:rPr>
              <a:t>  ·  — one who teaches</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er</a:t>
            </a:r>
            <a:pPr indent="0" marL="0">
              <a:buNone/>
            </a:pPr>
            <a:r>
              <a:rPr lang="en-US" sz="1400" dirty="0">
                <a:solidFill>
                  <a:srgbClr val="64748B"/>
                </a:solidFill>
                <a:latin typeface="Calibri" pitchFamily="34" charset="0"/>
                <a:ea typeface="Calibri" pitchFamily="34" charset="-122"/>
                <a:cs typeface="Calibri" pitchFamily="34" charset="-120"/>
              </a:rPr>
              <a:t>  ·  — more strong</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a:t>
            </a:r>
            <a:pPr indent="0" marL="0">
              <a:buNone/>
            </a:pPr>
            <a:r>
              <a:rPr lang="en-US" sz="1400" dirty="0">
                <a:solidFill>
                  <a:srgbClr val="64748B"/>
                </a:solidFill>
                <a:latin typeface="Calibri" pitchFamily="34" charset="0"/>
                <a:ea typeface="Calibri" pitchFamily="34" charset="-122"/>
                <a:cs typeface="Calibri" pitchFamily="34" charset="-120"/>
              </a:rPr>
              <a:t>  ·  — one who rides</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er</a:t>
            </a:r>
            <a:pPr indent="0" marL="0">
              <a:buNone/>
            </a:pPr>
            <a:r>
              <a:rPr lang="en-US" sz="1400" dirty="0">
                <a:solidFill>
                  <a:srgbClr val="64748B"/>
                </a:solidFill>
                <a:latin typeface="Calibri" pitchFamily="34" charset="0"/>
                <a:ea typeface="Calibri" pitchFamily="34" charset="-122"/>
                <a:cs typeface="Calibri" pitchFamily="34" charset="-120"/>
              </a:rPr>
              <a:t>  ·  — more fast</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fathom</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understand something very deep or complicated.</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flummox</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completely confuse or puzzle someone.</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parley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peaceful talk between two sides in conflict.</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angling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Trying cleverly to get something; fishing for a result.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Compound Sentences (Day 4: Review + Write)</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couldn't fathom the prince, but he tried anyway.</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asked for gold, and Jemmy demanded a wagonload.</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refused, so the outlaws threatened Jemmy.</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had a plan, and the prince unknowingly helped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Compound Sentences (Day 4: Review + Write)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couldn't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fathom</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tried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anyway.</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asked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for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gold,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demanded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wagonload.</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refused,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outlaws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threatened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Jemmy.</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had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plan,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unknowingly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helped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Open Syllables (Day 4: Review + Explain)</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belong     begin     pupil     moment     human     polite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Open syllable (long vowel)</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or other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Open Syllables (Day 4: Review + Explain)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Open syllable (long vowel)</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belong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begin</a:t>
            </a:r>
            <a:endParaRPr lang="en-US" sz="1400" dirty="0"/>
          </a:p>
        </p:txBody>
      </p:sp>
      <p:sp>
        <p:nvSpPr>
          <p:cNvPr id="10" name="Shape 8"/>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1" name="Text 9"/>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or other</a:t>
            </a:r>
            <a:endParaRPr lang="en-US" sz="1400" dirty="0"/>
          </a:p>
        </p:txBody>
      </p:sp>
      <p:sp>
        <p:nvSpPr>
          <p:cNvPr id="12" name="Text 10"/>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pupil</a:t>
            </a:r>
            <a:endParaRPr lang="en-US" sz="1400" dirty="0"/>
          </a:p>
        </p:txBody>
      </p:sp>
      <p:sp>
        <p:nvSpPr>
          <p:cNvPr id="13" name="Text 11"/>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moment</a:t>
            </a:r>
            <a:endParaRPr lang="en-US" sz="1400" dirty="0"/>
          </a:p>
        </p:txBody>
      </p:sp>
      <p:sp>
        <p:nvSpPr>
          <p:cNvPr id="14" name="Text 12"/>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human</a:t>
            </a:r>
            <a:endParaRPr lang="en-US" sz="1400" dirty="0"/>
          </a:p>
        </p:txBody>
      </p:sp>
      <p:sp>
        <p:nvSpPr>
          <p:cNvPr id="15" name="Text 13"/>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polite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6–11 Review</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“For the first time in his life, Jemmy felt something he had no word for. It wasn't exactly guilt. But it was close.”</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three-sentence reflection — feeling, naming the negative, hedging</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Jemmy can't name what he's feeling. Fleischman says it isn't exactly guilt, but it's close. What do you think that feeling is? Have you ever felt something you couldn't quite name?</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Fleischman writes:  It wasn't exactly guilt. But it was close.  He doesn't name the feeling. He circles around it. What is the effect of defining an emotion by what it is NOT? And why end with the fragment  "But it was close" ?</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19 · Add Reasons</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