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19.4. Reading: Ch. 6–11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return to the whole section and ask: how has each character changed since Chapter 1? Compare who they were at the start to who they are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"It's not you they're looking for," said the prince. 
Look for: Opening quotation mark; capital I; apostrophe in It's; apostrophe in they're; comma inside the closing quote; lowercase said;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"It's not you they're looking for," said the prince. 
Look for: Opening quotation mark; capital I; apostrophe in It's; apostrophe in they're; comma inside the closing quote; lowercase said;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and, so, 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and, so, 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Closed or other: belong, begin | Open syllable (long vowel): pupil, moment, human, polite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Closed or other: belong, begin | Open syllable (long vowel): pupil, moment, human, polite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👑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Whipping Boy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19.4  ·  Ch. 6–11 Review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Perseverance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starts to change. Write about the first moment you noticed someone changing.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starts to change. Write about the first moment you noticed someone changing.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read my writing out loud to check that it makes sense?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6–11 Review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return to the whole section and ask: how has each character changed since Chapter 1? Compare who they were at the start to who they are now.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return to the whole section and ask: how has each character changed since Chapter 1? Compare who they were at the start to who they are now.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"It's not me you think you're protecting," said Jemmy.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not you they're looking for said the prince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not you they're looking for said the prince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"It's not you they're looking for," said the prince.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quotation mark; capital I; apostrophe in It's; apostrophe in they're; comma inside the closing quote; lowercase said;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-ER (DAY 4: EXPLAIN)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teacher — one who teaches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stronger — more strong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rider — one who rides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faster — more fast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flummox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parley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angling  </a:t>
            </a:r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SENTENCES (DAY 4: REVIEW + WRITE)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couldn't fathom the prince, he tried anyway.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Billy asked for gold, and Jemmy demanded a wagonload.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refused, so the outlaws threatened Jemmy.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had a plan, and the prince unknowingly helped it.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word that fits the rule.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SENTENCES (DAY 4: REVIEW + WRITE)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couldn't fathom the prince, he tried anyway.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Billy asked for gold,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Jemmy dem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a wagonload.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refused,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outlaws threatened Jemmy.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h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n,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 the prince unknowingly helped it.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SYLLABLES (DAY 4: REVIEW + EXPLAIN)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   ·   begin   ·   pupil   ·   moment   ·   human   ·   polite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Closed or other  |  Open syllable (long vowel)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SYLLABLES (DAY 4: REVIEW + EXPLAIN)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or other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syllable (long vowel)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6–11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Good readers return to the whole section and ask: how has each character changed since Chapter 1? Compare who they were at the start to who they are now.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Write your own haiku about something that happens outside your window. Count on your fingers: 5, then 7, then 5.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Look at the letters around the dot in each word. Count: vowel, consonant, consonant, vowel. That's the VCCV pattern 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2026-09-07T02:45:02Z</dcterms:created>
  <dcterms:modified xsi:type="dcterms:W3CDTF">2026-09-07T02:45:02Z</dcterms:modified>
</cp:coreProperties>
</file>