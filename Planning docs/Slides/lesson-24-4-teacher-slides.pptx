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24.4.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think critically about what they read — including the stories they love. Today's article asks you to think like a historian: what is fact, and what is fiction?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Scholars argue whether female knights actually fought in the armies of France and Spain. 
Look for: Capital S on Scholars (starts the sentence); capital F on France (country name); capital S on Spain (country name);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Scholars argue whether female knights actually fought in the armies of France and Spain. 
Look for: Capital S on Scholars (starts the sentence); capital F on France (country name); capital S on Spain (country name);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The, Medieval, Not, Reading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The, Medieval, Not, Reading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VCCV (divide between CC): history, actual, fiction, battle, castle, symbol, chapter, lesson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VCCV (divide between CC): history, actual, fiction, battle, castle, symbol, chapter, lesson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📖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Medieval Nonfiction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24.4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Wisdom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paragraph teaching someone one thing you learned this week.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paragraph teaching someone one thing you learned this week.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check that my paragraph makes sense from beginning to end?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facts in your own words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think critically about what they read — including the stories they love. Today's article asks you to think like a historian: what is fact, and what is fiction?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Historians debate whether whipping boys really existed in the courts of England and France.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 argue whether female knights actually fought in the armies of france and spain.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 argue whether female knights actually fought in the armies of france and spain.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Scholars argue whether female knights actually fought in the armies of France and Spain.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 on Scholars (starts the sentence); capital F on France (country name); capital S on Spain (country name);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SUB- (DAY 4: EXPLAIN)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submarine — under the sea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submerge — to go under water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subterrain — ean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substitute — one who stands in under/instead of another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idealize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 AND DETAILS (DAY 4: FULL REVIEW — WRITE AND CHECK)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Ages lasted about one thousand years. During this time, Europe changed from a land of small kingdoms to a continent of large nations.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Medieval stories often idealize the past. Knights are always brave, kings are always powerful, and castles are always grand — but real medieval life was messier.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in The Whipping Boy is historically accurate. Whipping boys may or may not have existed, and most peasants never met a king.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historical fiction teaches us about the past while also telling us a great story. The best historical fiction gets the facts right and adds imagination.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 AND DETAILS (DAY 4: FULL REVIEW — WRITE AND CHECK)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Middle Ages lasted about one thousand years. During this time, Europe changed from a land of small kingdoms to a continent of large nations.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Medieval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stories often idealize the past. Knights are always brave, kings are always powerful, and castles are always grand — but real medieval life was messier.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everything in The Whipping Boy is historically accurate. Whipping boys may or may not have existed, and most peasants never met a king.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historical fiction teaches us about the past while also telling us a great story. The best historical fiction gets the facts right and adds imagination.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VCCV SYLLABLE DIVISION (DAY 4: FULL REVIEW)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  ·   actual   ·   fiction   ·   battle   ·   castle   ·   symbol   ·   chapter   ·   lesson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VCCV (divide between CC)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VCCV SYLLABLE DIVISION (DAY 4: FULL REVIEW)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VCCV (divide between CC)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8321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81381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article says some things in historical fiction are accurate and some are idealized. Before reading on, predict: which things from The Whipping Boy do you think are historically accurate — and which might be made up?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author says 'Stories borrow from history but add imagination.' Is this a good thing or a bad thing? What are the benefits of reading historical fiction?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2026-09-09T12:44:18Z</dcterms:created>
  <dcterms:modified xsi:type="dcterms:W3CDTF">2026-09-09T12:44:18Z</dcterms:modified>
</cp:coreProperties>
</file>