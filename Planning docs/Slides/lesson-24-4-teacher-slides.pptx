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24 Day 4. Medieval Nonfiction.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both what I would do AND what I would miss?.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Week 24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 — Lesson 24.4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travel back in time to the Middle Ages for just one day, what would you most want to see or do? What would you miss most about today?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travel back in time to the Middle Ages for just one day, what would you most want to see or do? What would you miss most about today?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both what I would do AND what I would miss?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critically about what they read — including the stories they love. Today's article asks you to think like a historian: what is fact, and what is fiction?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Historians debate whether whipping boys really existed in the courts of England and France.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 argue whether female knights actually fought in the armies of france and spain.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 argue whether female knights actually fought in the armies of france and spain.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 on Scholars (starts the sentence); capital F on France (country name); capital S on Spain (country name);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sub- (Day 4: Explain)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under the sea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go under water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ean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stitute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stands in under/instead of another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seem better or more perfect than it really is.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or facts used to support a claim or conclusion.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idealize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studies and writes about history using evidence.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Correct; true to the facts; not made up or exaggerated.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Main Idea and Details (Day 4: Full review — write and check)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Ages lasted about one thousand years. During this time, Europe changed from a land of small kingdoms to a continent of large nations.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stories often idealize the past. Knights are always brave, kings are always powerful, and castles are always grand — but real medieval life was messier.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everything in The Whipping Boy is historically accurate. Whipping boys may or may not have existed, and most peasants never met a king.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historical fiction teaches us about the past while also telling us a great story. The best historical fiction gets the facts right and adds imagination.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Main Idea and Details (Day 4: Full review — write and check)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kingdoms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idealize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messier.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Whipping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Whipping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existed,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peasants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imagination.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VCCV Syllable Division (Day 4: Full review)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    actual     fiction     battle     castle     symbol     chapter     lesson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(divide between CC)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VCCV Syllable Division (Day 4: Full review)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(divide between CC)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24 · Draft &amp; Publish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