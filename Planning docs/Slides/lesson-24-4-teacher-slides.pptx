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think critically about what they read — including the stories they love. Today's article asks you to think like a historian: what is fact, and what is fiction?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Scholars argue whether female knights actually fought in the armies of France and Spain. 
Look for: Capital S on Scholars (starts the sentence); capital F on France (country name); capital S on Spain (country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Scholars argue whether female knights actually fought in the armies of France and Spain. 
Look for: Capital S on Scholars (starts the sentence); capital F on France (country name); capital S on Spain (country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Medieval, Not, Reading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Medieval, Not, Reading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CC): history, actual, fiction, battle, castle, symbol, chapter,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CC): history, actual, fiction, battle, castle, symbol, chapter,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short paragraph teaching someone one thing you learned this week.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short paragraph teaching someone one thing you learned this week.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paragraph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think critically about what they read — including the stories they love. Today's article asks you to think like a historian: what is fact, and what is fiction?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Historians debate whether whipping boys really existed in the courts of England and France.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argue whether female knights actually fought in the armies of france and spain.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 argue whether female knights actually fought in the armies of france and spain.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Scholars argue whether female knights actually fought in the armies of France and Spain.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 on Scholars (starts the sentence); capital F on France (country name); capital S on Spain (country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submarine — under the sea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submerge — to go under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subterrain — ean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substitute — one who stands in under/instead of another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4: FULL REVIEW —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Ages lasted about one thousand years. During this time, Europe changed from a land of small kingdoms to a continent of large nations.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stories often idealize the past. Knights are always brave, kings are always powerful, and castles are always grand — but real medieval life was messier.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in The Whipping Boy is historically accurate. Whipping boys may or may not have existed, and most peasants never met a king.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historical fiction teaches us about the past while also telling us a great story. The best historical fiction gets the facts right and adds imagination.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4: FULL REVIEW — WRITE AND CHECK)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Middle Ages lasted about one thousand years. During this time, Europe changed from a land of small kingdoms to a continent of large nations.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stories often idealize the past. Knights are always brave, kings are always powerful, and castles are always grand — but real medieval life was messier.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everything in The Whipping Boy is historically accurate. Whipping boys may or may not have existed, and most peasants never met a king.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historical fiction teaches us about the past while also telling us a great story. The best historical fiction gets the facts right and adds imagination.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4: FULL REVIEW)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  ·   actual   ·   fiction   ·   battle   ·   castle   ·   symbol   ·   chapter   ·   lesson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(divide between CC)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4: FULL REVIEW)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Explaining facts in your own words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Invent two words of your own and use them in one sentence, so a reader can tell what they mean without being told.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