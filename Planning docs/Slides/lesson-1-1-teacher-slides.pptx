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1, Day 1
Meet the Lambchop Family
Virtue: Cheerfulness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
Today: Read Chapter 1 (opening): The Big Bulletin Board. Meet Stanley Lambchop!
Big Q: Have you ever woken up and found something completely unexpected? What did you do first?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"I will go wake the boys," Mrs. Lambchop said to her husband, George Lambchop.
Dialogue opens with a capital letter inside quotation marks. The comma after "boys" goes INSIDE the closing quote mark. "Mrs." has a period (it's an abbreviation). Proper names Lambchop and George are capitalized.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Fix: arthur called from the bedroom he shared with his brother stanley come here and look
Errors: capitalize Arthur, add period after "brother," add quotation marks and exclamation mark around dialogue
Answer: Arthur called from the bedroom he shared with his brother. "Stanley, come here and look!"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Fix: arthur called from the bedroom he shared with his brother stanley come here and look
Errors: capitalize Arthur, add period after "brother," add quotation marks and exclamation mark around dialogue
Answer: Arthur called from the bedroom he shared with his brother. "Stanley, come here and look!"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Copywork: Breakfast was ready. "I will go wake the boys," Mrs. Lambchop said to her husband, George Lambchop.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Day 1
Items: jumping-&gt;jump, redo-&gt;do, unhappy-&gt;happy, playing-&gt;play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Day 1 (Decode &amp; Discover)
Words: bulletin, examined, enormous, marvel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Day 1
Stanley was four feet tall.: Complete | The big bulletin board.: Fragment | Mrs. Lambchop hurried to lift it.: Complete | Flat and half an inch thick.: Fragment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Day 1
Stanley was four feet tall.: Complete | The big bulletin board.: Fragment | Mrs. Lambchop hurried to lift it.: Complete | Flat and half an inch thick.: Fragment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Day 1
Closed: flat, jump, stamp, desk
Not closed: name, kite, hope, cute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Day 1
Closed: flat, jump, stamp, desk
Not closed: name, kite, hope, cute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Chapter 1 (Opening) — The Big Bulletin Board
WGRD: Arthur shouts for his parents. What do you think he saw? What was in their bedroom that morning?
Pause: Why does Mrs. Lambchop call out to her husband right away? What does that tell us about the Lambchop family?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Day 1
Stage: SEED IDEAS — Brainstorm 4–6 small moments from your life. Think: a time you were surprised, embarrassed, proud, or scared.
RWM: none
Prompt: Stanley wakes up flat — and his family reacts differently. Think of a time something surprising happened to YOU. Write 2–3 sentences telling what happened and how your family reacted.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 ·  DAY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 Lambchop Family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 ·  Virtue: Cheerfulness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Week 1!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33856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22529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 (opening): The Big Bulletin Board. Meet Stanley Lambchop!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1892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185416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2276856"/>
            <a:ext cx="8046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you ever woken up and found something completely unexpected? What did you do first?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will go wake the boys," Mrs. Lambchop said to her husband, George Lambchop.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opens with a capital letter inside quotation marks. The comma after "boys" goes INSIDE the closing quote mark. "Mrs." has a period (it's an abbreviation). Proper names Lambchop and George are capitalized.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called from the bedroom he shared with his brother stanley come here and look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capitalize Arthur, add period after "brother," add quotation marks and exclamation mark around dialogue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578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called from the bedroom he shared with his brother stanley come here and look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capitalize Arthur, add period after "brother," add quotation marks and exclamation mark around dialogue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578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063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33756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341071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called from the bedroom he shared with his brother. "Stanley, come here and look!"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62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THIS CAREFULLY INTO YOUR JOURNAL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463040"/>
          </a:xfrm>
          <a:prstGeom prst="roundRect">
            <a:avLst>
              <a:gd name="adj" fmla="val 6250"/>
            </a:avLst>
          </a:prstGeom>
          <a:solidFill>
            <a:srgbClr val="FFF0F4"/>
          </a:solidFill>
          <a:ln w="12700">
            <a:solidFill>
              <a:srgbClr val="C7627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Breakfast was ready. "I will go wake the boys," Mrs. Lambchop said to her husband, George Lambchop.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how the author starts with a short, complete sentence. Then dialogue begins with a capital letter inside quotation marks. The comma goes inside the closing quote.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Base Words (Define)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— a base word: it means something all by itself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+ ing = playing — base word + ending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18470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 + play = replay — prefix + base word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BASE WORD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688336"/>
            <a:ext cx="8412480" cy="566928"/>
          </a:xfrm>
          <a:prstGeom prst="roundRect">
            <a:avLst>
              <a:gd name="adj" fmla="val 16129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761488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jumping  →  base word = 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303520" y="27614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65760" y="3438144"/>
            <a:ext cx="8412480" cy="566928"/>
          </a:xfrm>
          <a:prstGeom prst="roundRect">
            <a:avLst>
              <a:gd name="adj" fmla="val 16129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3511296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  →  base word = 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303520" y="351129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4187952"/>
            <a:ext cx="8412480" cy="566928"/>
          </a:xfrm>
          <a:prstGeom prst="roundRect">
            <a:avLst>
              <a:gd name="adj" fmla="val 16129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4261104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  →  base word = 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303520" y="426110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365760" y="4937760"/>
            <a:ext cx="8412480" cy="566928"/>
          </a:xfrm>
          <a:prstGeom prst="roundRect">
            <a:avLst>
              <a:gd name="adj" fmla="val 16129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5010912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 →  base word = 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303520" y="501091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65760" y="5760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WHAT YOU KNOW → in your journal: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0533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own words: what is a base word? Give one example.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Decode &amp; Discover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WORDS FROM FLAT STANLEY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704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819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039112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"Across it lay the enormous bulletin board that Mr. Lambchop had given the boys."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1078992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83480" y="11704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983480" y="15819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carefully, especially by a doctor.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2039112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"Dr. Dan examined Stanley all over."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090672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31821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enormous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48640" y="35935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Very, very big.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4050792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"Across it lay the enormous bulletin board."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3090672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83480" y="31821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983480" y="35935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83480" y="4050792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"Dr. Dan said that Stanley could still marvel at how interesting his life had become."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Complete Sentences (Define)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or FRAGMENT?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20700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was four feet tall.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286000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3957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bulletin board.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474720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58444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hurried to lift it.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663440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773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and half an inch thick.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Complete Sentences (Define)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or FRAGMENT?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67665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20700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was four feet tall.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269480" y="1097280"/>
            <a:ext cx="150876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269480" y="1097280"/>
            <a:ext cx="1508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286000"/>
            <a:ext cx="67665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39572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bulletin board.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269480" y="2286000"/>
            <a:ext cx="1508760" cy="804672"/>
          </a:xfrm>
          <a:prstGeom prst="roundRect">
            <a:avLst>
              <a:gd name="adj" fmla="val 1136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2286000"/>
            <a:ext cx="1508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 ✗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474720"/>
            <a:ext cx="67665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5844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hurried to lift it.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269480" y="3474720"/>
            <a:ext cx="150876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269480" y="3474720"/>
            <a:ext cx="1508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663440"/>
            <a:ext cx="67665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77316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and half an inch thick.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269480" y="4663440"/>
            <a:ext cx="1508760" cy="804672"/>
          </a:xfrm>
          <a:prstGeom prst="roundRect">
            <a:avLst>
              <a:gd name="adj" fmla="val 1136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69480" y="4663440"/>
            <a:ext cx="1508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 ✗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Closed Syllables (Define)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THE WORDS: CLOSED SYLLABLE or NOT?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42032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42032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26864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711696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11696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57200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42032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542032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26864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711696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11696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Closed Syllables (Define)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THE WORDS: CLOSED SYLLABLE or NOT?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42032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42032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26864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711696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11696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57200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42032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542032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26864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711696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11696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65760" y="2487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(consonant ends the syllable → short vowel)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43200"/>
            <a:ext cx="4114800" cy="658368"/>
          </a:xfrm>
          <a:prstGeom prst="roundRect">
            <a:avLst>
              <a:gd name="adj" fmla="val 13889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4320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  jump   stamp   desk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663440" y="2487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 (long vowel or other pattern)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2743200"/>
            <a:ext cx="411480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274320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  kite   hope   cute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syllable ends in a consonant and has a SHORT vowel sound. An open syllable ends in a vowel and has a LONG vowel sound.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Meet the Lambchop Family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(OPENING) — THE BIG BULLETIN BOARD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Think About This: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444752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shouts for his parents. What do you think he saw? What was in their bedroom that morning?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65760" y="2176272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249424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542032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Mrs. Lambchop call out to her husband right away? What does that tell us about the Lambchop family?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SEED IDEAS — Brainstorm 4–6 small moments from your life. Think: a time you were surprised, embarrassed, proud, or scared.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57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CONNECTION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0008"/>
            <a:ext cx="8412480" cy="1234440"/>
          </a:xfrm>
          <a:prstGeom prst="roundRect">
            <a:avLst>
              <a:gd name="adj" fmla="val 7407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41448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wakes up flat — and his family reacts differently. Think of a time something surprising happened to YOU. Write 2–3 sentences telling what happened and how your family reacted.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2026-07-10T22:05:39Z</dcterms:created>
  <dcterms:modified xsi:type="dcterms:W3CDTF">2026-07-10T22:05:39Z</dcterms:modified>
</cp:coreProperties>
</file>