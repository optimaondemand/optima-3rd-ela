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20 Day 3.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this person was an unexpected teacher?.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20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20.3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is learning from Jemmy — someone he used to look down on. Write about a time you learned something important from an unexpected person. Maybe a younger kid, a grandparent, or someone very different from you.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is learning from Jemmy — someone he used to look down on. Write about a time you learned something important from an unexpected person. Maybe a younger kid, a grandparent, or someone very different from you.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this person was an unexpected teacher?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infer character traits from small details. Watch Jemmy and the prince working together on the riverbank — what can you infer about each of them from their actions?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infer character traits from small details. Watch Jemmy and the prince working together on the riverbank — what can you infer about each of them from their actions?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spotted a barrel stave and pounced upon it.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 sharp note and pointed toward the road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 sharp note and pointed toward the road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 sharp note and pointed toward the road.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 on She; period at the end. Two verbs joined by and — no comma needed for a compound predicate.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-est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tall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strange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near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mudlarking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through river mud for useful objects to sell.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embankment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raised bank of earth or stone beside a river.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Beaten and damaged from long use; worn out.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driftwood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of wood washed up by the river, collected for sale.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3: Use in sentences)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searched along the riverbank.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reached into the mud for a chair leg.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shoved barrel staves under the wheels.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rode together inside the potato coach.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3: Use in sentences)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riverbank.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staves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3: Apply)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    corner     carpet     person     birthday     nurse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3: Apply)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mud sucked at their feet and the air was cold and the tide was coming in — and none of it mattered.”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and... and... and chain that reverses with none of it mattered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going wrong — mud, cold, tide. But the author says none of it matters. What has changed that makes all those hardships feel small? What moment in the story has shifted Jemmy's perspective?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Fleischman strings three problems together with  "and... and... and"  — making the situation seem worse and worse. Then the dash stops everything, and  "none of it mattered"  reverses it all in four words. Why is a sudden short reversal more powerful than a gradual one?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20 · Draft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