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20.3. Reading: Ch.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infer character traits from small details. Watch Jemmy and the prince working together on the riverbank — what can you infer about each of them from their actions?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She whistled a sharp note and pointed toward the road. 
Look for: Capital S on She; period at the end. Two verbs joined by and — no comma needed for a compound predicate.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She whistled a sharp note and pointed toward the road. 
Look for: Capital S on She; period at the end. Two verbs joined by and — no comma needed for a compound predicate.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into, under, inside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into, under, inside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 or or: started, corner, carpet | er, ir, or ur: person, birthday, nurse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 or or: started, corner, carpet | er, ir, or ur: person, birthday, nurse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👑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Whipping Boy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20.3  ·  Ch. 15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Perseverance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Betsy and her dancing bear help the boys. Write about a stranger who was kind to you.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Betsy and her dancing bear help the boys. Write about a stranger who was kind to you.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put quotation marks around the words a person said?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infer character traits from small details. Watch Jemmy and the prince working together on the riverbank — what can you infer about each of them from their actions?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infer character traits from small details. Watch Jemmy and the prince working together on the riverbank — what can you infer about each of them from their actions?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spotted a barrel stave and pounced upon it.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whistled a sharp note and pointed toward the road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whistled a sharp note and pointed toward the road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She whistled a sharp note and pointed toward the road.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 on She; period at the end. Two verbs joined by and — no comma needed for a compound predicate.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-EST (DAY 3: USE)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lowest — most low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tallest — most tall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strangest — most strange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nearest — most near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mudlarking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embankment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battered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driftwood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PREPOSITIONS (DAY 3: USE IN SENTENCES)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searched the riverbank.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Brat reached into the mud for a chair leg.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shoved barrel staves under the wheels.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rode together inside the potato coach.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PREPOSITIONS (DAY 3: USE IN SENTENCES)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searched the riverbank.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Brat reached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mud for a chair leg.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shoved barrel staves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wheels.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rode together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potato coach.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R-CONTROLLED SYLLABLES (DAY 3: APPLY)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  ·   corner   ·   carpet   ·   person   ·   birthday   ·   nurse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ar or or  |  er, ir, or ur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R-CONTROLLED SYLLABLES (DAY 3: APPLY)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or 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er, ir, or ur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Good readers infer character traits from small details. Watch Jemmy and the prince working together on the riverbank — what can you infer about each of them from their actions?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Look at the letters around the dot in each word. Count: vowel, consonant, consonant, vowel. That's the VCCV pattern 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Where does the dot fall — before, between, or after the two consonants?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2026-09-07T02:45:02Z</dcterms:created>
  <dcterms:modified xsi:type="dcterms:W3CDTF">2026-09-07T02:45:02Z</dcterms:modified>
</cp:coreProperties>
</file>