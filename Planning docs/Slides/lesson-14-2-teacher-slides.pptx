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14 Day 2. The Tale of Despereaux.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name what gave me courage specifically?.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🐭  Week 14 · Day 2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 — Lesson 14.2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climax of the story, the characters all face each other. Despereaux is brave even though he is tiny. Write about a time you were brave even though you felt small or scared. What gave you courage?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climax of the story, the characters all face each other. Despereaux is brave even though he is tiny. Write about a time you were brave even though you felt small or scared. What gave you courage?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name what gave me courage specifically?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has Despereaux changed since Chapter 1?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has Roscuro changed — for better or worse?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Mig understand at the end that she did not at the start?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how characters change from beginning to end.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spent his days going up into the light down into the dark and learning to live between the two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was neither fully a creature of the light nor fully a creature of darkness but something new and interesting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spent his days going up into the light down into the dark and learning to live between the two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was neither fully a creature of the light nor fully a creature of darkness but something new and interesting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spent his days going up into the light , down into the dark , and learning to live between the two.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was neither fully a creature of the light nor fully a creature of darkness , but something new and interesting.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 (Roscuro), commas in the series, and the comma before "but"?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The Suffix  -ness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shin ing  (the sun was shining)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star ing  (he was staring at the light)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sniff ing  (she was sniffing)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hold ing  (he was holding a handkerchief)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 from the Novel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longing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 wish or desire for something you do not have.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despair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complete hopelessness; giving up on something getting better.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attention on something; thinking about only one thing.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sadness when something does not turn out the way you hoped.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obscenely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shockingly large or extreme; far beyond what is normal.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91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something in a loud, official, or important way.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2843784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2898648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silly or unbelievable; so much that it is hard to take seriously.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looked up at the 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princess she did not 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they lived in 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  staring     named     waved     snapped     stopped     wrapped     nodding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48–49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has Roscuro changed — for better or worse?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Mig understand at the end that she did not at the start?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0358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Roscuro went up, and he went down. He lived between the light and the dark. And this, reader, was enough.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