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23 Day 1. Medieval Nonfiction.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describe at least three senses (see, hear, smell)?.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🏰  Week 23 · Day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Nonfiction — Lesson 23.1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you woke up inside a medieval castle. What is the first thing you see, hear, and smell? Describe your morning as if you live there.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you woke up inside a medieval castle. What is the first thing you see, hear, and smell? Describe your morning as if you live there.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describe at least three senses (see, hear, smell)?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notes from informational text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of nonfiction look for the central idea — the most important point the author is making. As you read today, ask: what is the ONE big idea this article keeps coming back to?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 Henry lived in the Tower of London during the Middle Ages.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queen eleanor traveled to the city of rome during the crusades.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queen eleanor traveled to the city of rome during the crusades.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Q on Queen (title before name); capital E on Eleanor (proper name); capital R on Rome (city name); capital C on Crusades (historical event/era);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Root/base: struct means build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build something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tear a structure apart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something that has been built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build knowledge; to teach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fortress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works in another's household, doing domestic tasks.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young boy in training at a noble household, learning to become a knight.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servant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large, strong building built to resist attack.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strongest, innermost tower of a castle where the lord lived.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Capitalization of Titles, Names, and Places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Hold-Your- Nose Billy became famous all over England 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Queen Eleanor of Aquitaine was one of the most powerful women in Europe.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Middle Ages, knights followed a code called chivalry.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city of Paris was an important trading center in medieval France.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Capitalization of Titles, Names, and Places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Hold-Your- Nose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became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England 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Queen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Eleanor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Aquitaine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knights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chivalry.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Consonant-le Syllables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     battle     noble     purple     middle     little     buckle     table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Consonant-le (C+le at end)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ending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Consonant-le Syllables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Consonant-le (C+le at end)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94436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29184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63931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ending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23 · Choose &amp; Notes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