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23.1.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of nonfiction look for the central idea — the most important point the author is making. As you read today, ask: what is the ONE big idea this article keeps coming back 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Queen Eleanor traveled to the city of Rome during the Crusades. 
Look for: Capital Q on Queen (title before name); capital E on Eleanor (proper name); capital R on Rome (city name); capital C on Crusades (historical event/era);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Queen Eleanor traveled to the city of Rome during the Crusades. 
Look for: Capital Q on Queen (title before name); capital E on Eleanor (proper name); capital R on Rome (city name); capital C on Crusades (historical event/era);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Queen, Middle, Paris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Queen, Middle, Paris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Consonant-le (C+le at end): castle, battle, noble, purple, middle, little, buckle | Other ending: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Consonant-le (C+le at end): castle, battle, noble, purple, middle, little, buckle | Other ending: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Nonfiction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23.1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Wisdom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what you already know about knights, castles, or the Middle Ages.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what you already know about knights, castles, or the Middle Ages.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notes from informational text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of nonfiction look for the central idea — the most important point the author is making. As you read today, ask: what is the ONE big idea this article keeps coming back to?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Henry lived in the Tower of London during the Middle Ages.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eleanor traveled to the city of rome during the crusades.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eleanor traveled to the city of rome during the crusades.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Queen Eleanor traveled to the city of Rome during the Crusades.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Q on Queen (title before name); capital E on Eleanor (proper name); capital R on Rome (city name); capital C on Crusades (historical event/era);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STRUCT MEANS BUILD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construct — to build something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destruct — to tear a structure apart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structure — something that has been built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instruct — to build knowledge; to teach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fortress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 OF TITLES, NAMES, AND PLACES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became famous all over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Eleanor of Aquitaine was one of the most powerful women in Europe.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Middle Ages, knights followed a code called chivalry.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of Paris was an important trading center in medieval France.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 OF TITLES, NAMES, AND PLACES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became famous all over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Eleanor of Aquitaine was one of the most powerful women in Europe.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Ages, knights followed a code called chivalry.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of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an important trading center in medieval France.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   ·   battle   ·   noble   ·   purple   ·   middle   ·   little   ·   buckle   ·   table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Consonant-le (C+le at end)  |  Other ending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SYLLABLES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(C+le at end)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ending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Taking notes from informational 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Where does the dot fall — before, between, or after the two consonants?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