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13.3. Reading: Ch. 43–44.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for theme clues. A theme is a lesson the whole story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Miggery Sow was sent away from the castle, but she was not sent away unkindly or cruelly.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Miggery Sow was sent away from the castle, but she was not sent away unkindly or cruelly.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Add -er to compare two things. Add -est to compare three or more. So: small, smaller, smallest.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Add -er to compare two things. Add -est to compare three or more. So: small, smaller, smallest.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smaller, smallest, darker, darkest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smaller, smallest, darker, darkest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A closed syllable ends in a consonant, and that consonant shuts the vowel in so it stays short: nap, kin. Long words are often just two closed syllables stuck together: nap·kin.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13.3  ·  Ch. 43–44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breaks the king's law to make soup, and gives some to a mouse. Write about a rule you think should be broken, and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breaks the king's law to make soup, and gives some to a mouse. Write about a rule you think should be broken, and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43–44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each character learned by this point?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theme clues. A theme is a lesson the whole story teaches.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left the castle kitchen, but she did not leave it in disgrace.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comes before but because it joins two complete sentences. Mig is a name and is capitalized.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was sent away from the castle but she was not sent away unkindly or cruelly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was sent away from the castle but she was not sent away unkindly or cruelly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was sent away from the castle, but she was not sent away unkindly or cruelly.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fiction →nonfiction — writing that is not made 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sense →nonsense — words that do not make sense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stop →nonstop — without stopping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living →nonliving — not alive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sharp metal tool for sewing — here, a mouse's sword.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blamed for something you did wrong.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willing to face something frightening.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gold and jewels a king or queen wears.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adjective, three shapes. Say all three aloud before you read anything else.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84124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did you add to small to make each new word?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One shape compares two things. One compares three or more. Which is which?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Try it with dark. Say all three shapes.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adjective, three shapes. Say all three aloud before you read anything else.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2587752"/>
          </a:xfrm>
          <a:prstGeom prst="roundRect">
            <a:avLst>
              <a:gd name="adj" fmla="val 353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80101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-er to compare two things. Add -est to compare three or more. So: small, smaller, smallest.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small. Next to his brothers he looks even ______. (from small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mice in the castle, Despereaux is the ______. (from small 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dungeon is dark. The deep downs are even ______. (from dark 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room in the castle, the deep downs are the ______. (from dark 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Type the comparing form that finishes each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small. Next to his brothers he looks even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small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mice in the castle, Despereaux is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small 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dungeon is dark. The deep downs are even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dark 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room in the castle, the deep downs are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dark 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syllable ends in a consonant, and that consonant shuts the vowel in so it stays short: nap, kin. Long words are often just two closed syllables stuck together: nap·kin.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Tiles! Every one of these is two closed syllables. Tap the chunks in order to build the word. A chunk in the wrong place will not stick.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43–44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the mouse looked on, Cook put her face into the steam rising from the pot and took a deep breath. She smiled a beatific smile, and the steam rose around her and caught the light of the candle and made a halo over her head.”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 is sent away from the castle. How is she treated? Does she deserve better? Does she deserve worse?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kingdom begins to feel like itself again. What specific things return? What do they represent?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RESPONSE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claim and evidence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