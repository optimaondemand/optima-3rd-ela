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13.3. Reading: Ch. 43–44.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look for theme clues . A theme is a lesson the whole story teaches.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Miggery Sow was sent away from the castle , but she was not sent away unkindly or cruelly.
Look for: Did you catch the proper nouns (Miggery Sow), the -ly adverbs (unkindly, cruelly, slowly, carefully), and the comma before "but"?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Miggery Sow was sent away from the castle , but she was not sent away unkindly or cruelly.
Look for: Did you catch the proper nouns (Miggery Sow), the -ly adverbs (unkindly, cruelly, slowly, carefully), and the comma before "but"?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go,”, shouted,, “Gone,”, she?”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go,”, shouted,, “Gone,”, she?”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Hard (/k/ or /g/): garlic, gold, candle, Cook | Soft (/s/ or /j/): gentle, magic, prince, mice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Hard (/k/ or /g/): garlic, gold, candle, Cook | Soft (/s/ or /j/): gentle, magic, prince, mice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13.3  ·  Ch. 43–44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breaks the king's law to make soup, and gives some to a mouse. Write about a rule you think should be broken, and why.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breaks the king's law to make soup, and gives some to a mouse. Write about a rule you think should be broken, and why.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circle any word I was not sure how to spell?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43–44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each character learned by this point?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look for theme clues . A theme is a lesson the whole story teaches.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was sent away from the castle but she was not sent away unkindly or cruelly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kingdom slowly and carefully began to feel like itself again with soup and light and stories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was sent away from the castle but she was not sent away unkindly or cruelly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kingdom slowly and carefully began to feel like itself again with soup and light and stories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was sent away from the castle , but she was not sent away unkindly or cruelly.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(Miggery Sow), the -ly adverbs (unkindly, cruelly, slowly, carefully), and the comma before "but"?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action — base word act = the act of doing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direction — base word direct = the way something is aimed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attention — base word attend = careful noticing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celebration — base word celebrate = the act of celebrating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needle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thin, sharp metal tool for sewing — here, a mouse's sword.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forgiven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longer blamed for something you did wrong.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willing to face something frightening.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circle of gold and jewels a king or queen wears.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DIALOGUE: PUTTING IT TO 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will go,” said the mouse.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shouted, “Find her!”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“Gone,” said Cook quietly.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“Where is she?” asked Despereaux.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punctuation mark that ends the spoken words.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DIALOGUE: PUTTING IT TO 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will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go,”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the mouse.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shouted,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“Find her!”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“Gone,”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Cook quietly.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“Where is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she?”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asked Despereaux.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C AND SOFT 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garlic   ·   gold   ·   candle   ·   Cook   ·   gentle   ·   magic   ·   prince   ·   mice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Hard (/k/ or /g/)  |  Soft (/s/ or /j/)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C AND SOFT 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(/k/ or /g/)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garlic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(/s/ or /j/)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43–44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“As the mouse looked on, Cook put her face into the steam rising from the pot and took a deep breath. She smiled a beatific smile, and the steam rose around her and caught the light of the candle and made a halo over her head.”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has each character learned by this point?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does "light" represent beyond the physical kind?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lesson do you think the author most wants readers to take away?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LITERARY RESPONSE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your claim and evidence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2026-09-07T02:49:07Z</dcterms:created>
  <dcterms:modified xsi:type="dcterms:W3CDTF">2026-09-07T02:49:07Z</dcterms:modified>
</cp:coreProperties>
</file>