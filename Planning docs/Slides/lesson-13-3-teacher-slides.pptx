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13 Day 3.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tell the story of how I learned it, not just state the lesson?.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13 · Day 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13.3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character in this book has learned something important. Think about the most important thing YOU have learned this year — not from a textbook, but from experience. What happened that taught you this lesson?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character in this book has learned something important. Think about the most important thing YOU have learned this year — not from a textbook, but from experience. What happened that taught you this lesson?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tell the story of how I learned it, not just state the lesson?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each character learned by this point?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"light" represent beyond the physical kind?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lesson do you think the author most wants readers to take away?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theme clues . A theme is a lesson the whole story teaches.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was sent away from the castle but she was not sent away unkindly or cruelly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kingdom slowly and carefully began to feel like itself again with soup and light and stories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was sent away from the castle but she was not sent away unkindly or cruelly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kingdom slowly and carefully began to feel like itself again with soup and light and stories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was sent away from the castle , but she was not sent away unkindly or cruelly.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kingdom slowly and carefully began to feel like itself again with soup and light and stories.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(Miggery Sow), the -ly adverbs (unkindly, cruelly, slowly, carefully), and the comma before "but"?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43–44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"light" represent beyond the physical kind?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lesson do you think the author most wants readers to take away?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so they all lived, not happily ever after, but as happily as possible for a small, brave mouse, an unusual princess, a rat who longed for the light, and a servant girl named Miggery Sow.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“Forgiving is not forgetting. It is choosing to do something difficult because you know it is right.”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Craft focus: definition by contrast — what something is NOT, then what it IS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end, Despereaux faces a choice about forgiveness. Do you think he makes the right choice? Is there a difference between forgiving someone and forgetting what they did?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1576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76148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 defines forgiveness by telling us first what it is NOT —  "Forgiving is not forgetting."  Then she tells us what it IS. Why start with the negative? What does that teach us before we even hear the definition?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4198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using the same pattern as the author.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