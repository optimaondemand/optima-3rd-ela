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6.4. Reading: The Five Parts of a Friendly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Today, practice: Identify central idea and supporting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closing wraps up the letter . Common closings are “Your friend ,” or “With love ,” followed by a comma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closing wraps up the letter . Common closings are “Your friend ,” or “With love ,” followed by a comma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Ohio, Every, Mount, 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Ohio, Every, Mount, 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compound word: letter, journey, envelope, compass | Compound word: notebook, landmark, postcard, mailbox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compound word: letter, journey, envelope, compass | Compound word: notebook, landmark, postcard, mailbox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6.4  ·  The Five Parts of a Friendly Letter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someone you would like to hear from. What would you ask them?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someone you would like to hear from. What would you ask them?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Parts of a Friendly Letter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after the article explains the body — the biggest part. Two parts still to come. The central idea is that every part has a job . Which job sounds most important to you, and which detail in the text made you decide?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practice: Identify central idea and supporting details.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greetings start with “Dear” followed by the person’s name and a comma.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wraps up the letter common closings are your friend or with love followed by a comma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greetings start with “Dear” followed by the person’s name and a comma.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wraps up the letter common closings are your friend or with love followed by a comma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wraps up the letter . Common closings are “Your friend ,” or “With love ,” followed by a comma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MIS- MEANS WRONG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review — mis- + lead = mislead (wrong direction)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fortune = misfortune — bad or wrong luck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to do with the mail system.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souvenir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kept as a memory of a place you visited.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writes and sends something.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available officially.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travelled from Ohio to Oregon.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envelope needs a stamp and an address.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Rushmore is carved into a mountain.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 mailed a package to his cousin.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proper noun in each sentence — the one that names a specific place and starts with a capital letter.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travelled from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Ohio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Oregon.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envelope needs a stamp and an address.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Rushmore is carved into a mountain.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 mailed a package to his cousin.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  ·   journey   ·   envelope   ·   compass   ·   notebook   ·   landmark   ·   postcard   ·   mailbox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Not a compound word  |  Compound word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compound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Parts of a Friendly Letter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article explains the body — the biggest part. Two parts still to come. The central idea is that every part has a job . Which job sounds most important to you, and which detail in the text made you decide?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2026-09-09T12:44:17Z</dcterms:created>
  <dcterms:modified xsi:type="dcterms:W3CDTF">2026-09-09T12:44:17Z</dcterms:modified>
</cp:coreProperties>
</file>