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6 Day 4.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compare at least two types, not just talk about my favorite?.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6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6.4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difference between a letter, a postcard, an email, and a text message. Which way do you like to communicate best? Why? Start with: 'My favorite way to send a message is...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difference between a letter, a postcard, an email, and a text message. Which way do you like to communicate best? Why? Start with: 'My favorite way to send a message is...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compare at least two types, not just talk about my favorite?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describes each part of a letter and its job. Which part do you think is hardest to write? Why?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greetings start with “Dear” followed by the person’s name and a comma.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. Common closings are "Your friend ," or "With love ," followed by a comma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mis- means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 → 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misplace → place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misfortune → fortune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 → use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something.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  postcard     letterhead     penpal     hometown     upstairs     doorbell     somewhere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letterhead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penpal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hometown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upstairs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doorbell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somewhere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