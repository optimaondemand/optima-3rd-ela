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6.4. Reading: 📰 Read: The Five Parts of a Friendly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Identify central idea and supporting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closing wraps up the letter . Common closings are “Your friend ,” or “With love ,” followed by a comma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closing wraps up the letter . Common closings are “Your friend ,” or “With love ,” followed by a comma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Ohio, Every, Mount,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Ohio, Every, Mount,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6.4  ·  📰 Read: The Five Parts of a Friendly Letter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someone you would like to hear from. What would you ask them?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someone you would like to hear from. What would you ask them?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The Five Parts of a Friendly Letter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describes each part of a letter and its job. Which part do you think is hardest to write? Why?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Identify central idea and supporting details.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greetings start with “Dear” followed by the person’s name and a comma.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greetings start with “Dear” followed by the person’s name and a comma.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. Common closings are “Your friend ,” or “With love ,” followed by a comma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review — mis- + lead = mislead (wrong direction)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fortune = misfortune — bad or wrong luck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something.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travelled from Ohio to Oregon.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envelope needs a stamp and an address.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Rushmore is carved into a mountain.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 mailed a package to his cousin.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travelled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Oregon.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envelope needs a stamp and an address.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Rushmore is carved into a mountain.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mailed a package to his cousin.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  ·   journey   ·   envelope   ·   compass   ·   notebook   ·   landmark   ·   postcard   ·   mailbox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Not a compound word  | 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The Five Parts of a Friendly Letter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text describes each part of a letter and its job. Which part do you think is hardest to write? Why?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