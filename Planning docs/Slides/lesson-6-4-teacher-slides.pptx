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6.4. Reading: The Five Parts of a Friendly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prompt aloud. Give students a moment to think before writing.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minutes of sustained writing. Stamina over polish. Do not correct spelling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fix only. Editing is conventions; revision is ideas. Name which one you are asking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or three volunteers. Praise something specific in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 lens: Today, practice: Identify central idea and supporting details.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Corrected: 
Look for: The closing wraps up the letter . Common closings are “Your friend ,” or “With love ,” followed by a comma 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Corrected: 
Look for: The closing wraps up the letter . Common closings are “Your friend ,” or “With love ,” followed by a comma 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 the word into base + word part. Ask what the part adds to the meaning.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word appears in the chapters read this week, in the author’s own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Ohio, Every, Mount, The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Ohio, Every, Mount, The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 a compound word: letter, journey, envelope, compass | Compound word: notebook, landmark, postcard, mailbox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 a compound word: letter, journey, envelope, compass | Compound word: notebook, landmark, postcard, mailbox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chapters, then return to the pause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4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8229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🗺️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1691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Nonfiction: Maps, Mail &amp; Places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2331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CB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6.4  ·  The Five Parts of a Friendly Letter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B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3 ELA  ·  Virtue: Diligence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10-Minute Write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PROMPT — 1 MINUTE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1737360"/>
          </a:xfrm>
          <a:prstGeom prst="roundRect">
            <a:avLst>
              <a:gd name="adj" fmla="val 5263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71016"/>
            <a:ext cx="79552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about someone you would like to hear from. What would you ask them?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3063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first. You will have five minutes to write.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Writing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minutes — keep your pencil moving!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PROMPT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65376"/>
            <a:ext cx="795528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about someone you would like to hear from. What would you ask them?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32918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stop to erase. If you get stuck, write the last word again and keep going.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4B7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Edit &amp; Revise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minute — pick ONE thing to fix.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EDIT FOCUS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19656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 end each sentence with the right punctuation mark?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6517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check: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capitals  ·  end punctuation  ·  circle a word you are unsure of  ·  read it aloud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Share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minutes — let's hear your writing!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691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  ·  paste it in the chat  ·  or hold your paper up to the camera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CB85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Today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14984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Five Parts of a Friendly Letter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746504"/>
            <a:ext cx="8412480" cy="731520"/>
          </a:xfrm>
          <a:prstGeom prst="roundRect">
            <a:avLst>
              <a:gd name="adj" fmla="val 12500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87452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after the article explains the body — the biggest part. Two parts still to come. The central idea is that every part has a job . Which job sounds most important to you, and which detail in the text made you decide?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65760" y="2606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843784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Today, practice: Identify central idea and supporting details.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THESE SENTENCES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greetings start with “Dear” followed by the person’s name and a comma.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187452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2002536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closing wraps up the letter common closings are your friend or with love followed by a comma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65760" y="27889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both sentences correctly in your notebook.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THESE SENTENCES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greetings start with “Dear” followed by the person’s name and a comma.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187452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2002536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closing wraps up the letter common closings are your friend or with love followed by a comma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274320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66928" y="28163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CORRECTED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" y="3072384"/>
            <a:ext cx="8010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66928" y="3767328"/>
            <a:ext cx="8010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closing wraps up the letter . Common closings are “Your friend ,” or “With love ,” followed by a comma 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CB85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Morphology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MIS- MEANS WRONG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1615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prefix review — mis- + lead = mislead (wrong direction)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792224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1109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mis- + fortune = misfortune — bad or wrong luck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2487168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0604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Practice: Match the word to its base!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 Vocabulary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WEEK’S WORDS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postal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to do with the mail system.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souvenir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object kept as a memory of a place you visited.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256032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sender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person who writes and sends something.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65760" y="329184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issued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available officially.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AND PROPER NOUNS REVIEW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letter travelled from Ohio to Oregon.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envelope needs a stamp and an address.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 Rushmore is carved into a mountain.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327355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boy mailed a package to his cousin.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40507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turn. Tap the proper noun in each sentence — the one that names a specific place and starts with a capital letter. Tap a word to check — green means you got it.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AND PROPER NOUNS REVIEW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letter travelled from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Ohio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Oregon.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envelope needs a stamp and an address.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Rushmore is carved into a mountain.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327355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boy mailed a package to his cousin.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40507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Answers revealed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🔠  Spelling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WORDS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BANK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353312"/>
            <a:ext cx="841248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0E1C4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481328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   ·   journey   ·   envelope   ·   compass   ·   notebook   ·   landmark   ·   postcard   ·   mailbox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5146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column does each word belong in?  Columns: Not a compound word  |  Compound word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🔠  Spelling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WORDS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4114800" cy="457200"/>
          </a:xfrm>
          <a:prstGeom prst="roundRect">
            <a:avLst>
              <a:gd name="adj" fmla="val 16000"/>
            </a:avLst>
          </a:prstGeom>
          <a:solidFill>
            <a:srgbClr val="0E1C4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3385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compound word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591056"/>
            <a:ext cx="41148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700784"/>
            <a:ext cx="393192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envelope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compass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17720" y="1078992"/>
            <a:ext cx="4114800" cy="457200"/>
          </a:xfrm>
          <a:prstGeom prst="roundRect">
            <a:avLst>
              <a:gd name="adj" fmla="val 16000"/>
            </a:avLst>
          </a:prstGeom>
          <a:solidFill>
            <a:srgbClr val="0E1C42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113385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word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17720" y="1591056"/>
            <a:ext cx="41148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09160" y="1700784"/>
            <a:ext cx="393192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landmark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postcard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mailbox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CB85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📕  Read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Five Parts of a Friendly Letter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&amp; THINK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719072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Stop after the article explains the body — the biggest part. Two parts still to come. The central idea is that every part has a job . Which job sounds most important to you, and which detail in the text made you decide?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Optima Academy Online</dc:creator>
  <cp:lastModifiedBy>Optima Academy Online</cp:lastModifiedBy>
  <cp:revision>1</cp:revision>
  <dcterms:created xsi:type="dcterms:W3CDTF">2026-09-08T13:30:00Z</dcterms:created>
  <dcterms:modified xsi:type="dcterms:W3CDTF">2026-09-08T13:30:00Z</dcterms:modified>
</cp:coreProperties>
</file>