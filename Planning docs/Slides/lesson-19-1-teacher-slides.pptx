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1–5: Jemmy and the prince are held captive by outlaws. Jemmy is looking for a way out.
TODAY: Ch. 6–7: The ransom plot begins. Jemmy spots his chance to outsmart the outlaws.
BIG Q: Jemmy can read and write but the prince cannot. How does knowing this change Jemmy's situation with the outlaws?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"thats your ransom your royal highness billy said grinning"
Corrected: ""That's your ransom, Your Royal Highness," Billy said, grinning."
Errors: Opening quotation mark; capital T; apostrophe in That's; comma after Highness inside the closing quote; capital B on Billy; comma before grinning;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"thats your ransom your royal highness billy said grinning"
Corrected: ""That's your ransom, Your Royal Highness," Billy said, grinning."
Errors: Opening quotation mark; capital T; apostrophe in That's; comma after Highness inside the closing quote; capital B on Billy; comma before grinning;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helper — one who helps | smarter — more smart | catcher — one who catches | quicker — more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scheme: A clever secret plan, often tricky or sneaky. | ransom: Money demanded in exchange for a prisoner. | flummox: To confuse or trick someone completely. | cunning: Being clever in a sneaky or sly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wrote the letter, [and] Billy watched every word." → and | "The prince could not write, [so] Jemmy had to do it." → so | "Billy was suspicious, [but] Jemmy stayed calm." → but | "Cutwater pointed at the note, [and] Billy nodded." →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wrote the letter, [and] Billy watched every word." → and | "The prince could not write, [so] Jemmy had to do it." → so | "Billy was suspicious, [but] Jemmy stayed calm." → but | "Cutwater pointed at the note, [and] Billy nodded." →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Open syllable (long vowel at end): tiger, robot, frozen, music, tiny,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Open syllable (long vowel at end): tiger, robot, frozen, music, tiny,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6–7
When The Whipping Boy sees Jeremy tangled in string and the cat coming, she could have run. She stays and unties him instead. Later, Nicodemus and the rats agree to move her cinderblock house — a dangerous, hours-long job — because she asked for help.
Billy discovers Jemmy can read and write but the prince cannot. Why does this discovery change everything?
What is Jemmy's trick in Chapter 7? How does he try to outsmart the outlaws using the ransom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Add Reasons
Focus: Opinion: add at least one reason with a "because" or "for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19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6–7</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In which the plot thickens; Being an account of a great mix-up</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19  ·  Virtue: Fairness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1–5: Jemmy and the prince are held captive by outlaws. Jemmy is looking for a way out.</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6–7: The ransom plot begins. Jemmy spots his chance to outsmart the outlaws.</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Jemmy can read and write but the prince cannot. How does knowing this change Jemmy's situation with the outlaws?</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think about WHY characters act the way they do. Ask yourself: what does Jemmy want right now? What does the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"There's our castle, Your Young Majesty," he said, chuckling.</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thats your ransom your royal highness billy said grinning</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T; apostrophe in That's; comma after Highness inside the closing quote; capital B on Billy; comma before grinning;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thats your ransom your royal highness billy said grinning</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T; apostrophe in That's; comma after Highness inside the closing quote; capital B on Billy; comma before grinning;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"That's your ransom, Your Royal Highness," Billy said, grinning.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-er</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helper — one who helps</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smarter — more smart</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catcher — one who catches</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quicker — more quick</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scheme   ·   ransom   ·   flummox   ·   cunning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scheme</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clever secret plan, often tricky or sneaky.</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ransom</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Money demanded in exchange for a prisoner.</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flummox</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confuse or trick someone completely.</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cunning</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Being clever in a sneaky or sly way.</a:t>
            </a:r>
            <a:endParaRPr lang="en-US" sz="1200" dirty="0"/>
          </a:p>
        </p:txBody>
      </p:sp>
      <p:sp>
        <p:nvSpPr>
          <p:cNvPr id="17" name="Text 15"/>
          <p:cNvSpPr/>
          <p:nvPr/>
        </p:nvSpPr>
        <p:spPr>
          <a:xfrm>
            <a:off x="365760" y="4251960"/>
            <a:ext cx="8412480" cy="38404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 Read the sentence in the book. Look at word parts. Then flip the card.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wrote the letter, _____ Billy watched every word.</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could not write, _____ Jemmy had to do it.</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was suspicious, _____ Jemmy stayed calm.</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Cutwater pointed at the note, _____ Billy nodded.</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wrote the letter,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Billy watched every word.</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could not write,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Jemmy had to do it.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was suspicious,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Jemmy stayed calm.</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Cutwater pointed at the note,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Billy nodded.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Open Syllables in Longer Words (Day 1: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tiger   ·   robot   ·   frozen   ·   music   ·   tiny   ·   broken</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Open syllable (long vowel at end)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Open Syllables in Longer Words (Day 1: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2468880"/>
          </a:xfrm>
          <a:prstGeom prst="roundRect">
            <a:avLst>
              <a:gd name="adj" fmla="val 3704"/>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Open syllable (long vowel at end)</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tiger</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robot</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frozen</a:t>
            </a:r>
            <a:endParaRPr lang="en-US" sz="1400" dirty="0"/>
          </a:p>
        </p:txBody>
      </p:sp>
      <p:sp>
        <p:nvSpPr>
          <p:cNvPr id="12" name="Text 10"/>
          <p:cNvSpPr/>
          <p:nvPr/>
        </p:nvSpPr>
        <p:spPr>
          <a:xfrm>
            <a:off x="5943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music</a:t>
            </a:r>
            <a:endParaRPr lang="en-US" sz="1400" dirty="0"/>
          </a:p>
        </p:txBody>
      </p:sp>
      <p:sp>
        <p:nvSpPr>
          <p:cNvPr id="13" name="Text 11"/>
          <p:cNvSpPr/>
          <p:nvPr/>
        </p:nvSpPr>
        <p:spPr>
          <a:xfrm>
            <a:off x="594360" y="2852928"/>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tiny</a:t>
            </a:r>
            <a:endParaRPr lang="en-US" sz="1400" dirty="0"/>
          </a:p>
        </p:txBody>
      </p:sp>
      <p:sp>
        <p:nvSpPr>
          <p:cNvPr id="14" name="Text 12"/>
          <p:cNvSpPr/>
          <p:nvPr/>
        </p:nvSpPr>
        <p:spPr>
          <a:xfrm>
            <a:off x="594360" y="320040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broken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6–7</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In which the plot thickens; Being an account of a great mix-up</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Billy discovers Jemmy can read and write but the prince cannot. Why does this discovery change everything?</a:t>
            </a:r>
            <a:endParaRPr lang="en-US" sz="1400" dirty="0"/>
          </a:p>
        </p:txBody>
      </p:sp>
      <p:sp>
        <p:nvSpPr>
          <p:cNvPr id="11" name="Shape 9"/>
          <p:cNvSpPr/>
          <p:nvPr/>
        </p:nvSpPr>
        <p:spPr>
          <a:xfrm>
            <a:off x="365760" y="37124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What is Jemmy's trick in Chapter 7? How does he try to outsmart the outlaws using the ransom note?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19</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Add Reasons</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add at least one reason with a "because" or "for example."</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"One reason is that ___."</a:t>
            </a:r>
            <a:endParaRPr lang="en-US" sz="1400" dirty="0"/>
          </a:p>
        </p:txBody>
      </p:sp>
      <p:sp>
        <p:nvSpPr>
          <p:cNvPr id="11" name="Text 9"/>
          <p:cNvSpPr/>
          <p:nvPr/>
        </p:nvSpPr>
        <p:spPr>
          <a:xfrm>
            <a:off x="502920" y="3529584"/>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"For example, in Chapter ___, ___ shows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2026-07-11T02:16:31Z</dcterms:created>
  <dcterms:modified xsi:type="dcterms:W3CDTF">2026-07-11T02:16:31Z</dcterms:modified>
</cp:coreProperties>
</file>