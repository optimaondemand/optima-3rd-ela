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19.1. Reading: Ch. 6–7.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think about WHY characters act the way they do. Ask yourself: what does Jemmy want right now? What does the prince want? Are those the same things?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"That's your ransom, Your Royal Highness," Billy said, grinning. 
Look for: Opening quotation mark; capital T; apostrophe in That's; comma after Highness inside the closing quote; capital B on Billy; comma before grinning;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"That's your ransom, Your Royal Highness," Billy said, grinning. 
Look for: Opening quotation mark; capital T; apostrophe in That's; comma after Highness inside the closing quote; capital B on Billy; comma before grinning;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so, but, 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so, but, 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syllable (long vowel at end): tiger, robot, frozen, music, tiny, broken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syllable (long vowel at end): tiger, robot, frozen, music, tiny, broken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19.1  ·  Ch. 6–7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boys run away together, though neither wants the other. Write about being stuck with someone you did not choose.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boys run away together, though neither wants the other. Write about being stuck with someone you did not choose.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start each sentence with a capital letter?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6–7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think about WHY characters act the way they do. Ask yourself: what does Jemmy want right now? What does the prince want? Are those the same things?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think about WHY characters act the way they do. Ask yourself: what does Jemmy want right now? What does the prince want? Are those the same things?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"There's our castle, Your Young Majesty," he said, chuckling.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thats your ransom your royal highness billy said grinning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thats your ransom your royal highness billy said grinning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"That's your ransom, Your Royal Highness," Billy said, grinning.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quotation mark; capital T; apostrophe in That's; comma after Highness inside the closing quote; capital B on Billy; comma before grinning;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-ER: MORE OR ONE WHO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helper — one who helps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smarter — more smart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catcher — one who catches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quicker — more quick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clever secret plan, often tricky or sneaky.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demanded in exchange for a prisoner.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flummox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confuse or trick someone completely.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cunning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clever in a sneaky or sly way.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SENTENCES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wrote the letter, Billy watched every word.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Cutwater found paper, so he handed it over.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had no idea, but Jemmy had a plan.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could not write, and Cutwater could not either.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SENTENCES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wrote the letter, Billy watched every word.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Cutwater found paper,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 handed it over.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had no idea,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Jemmy had a plan.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Billy could not write,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Cutwater could not either.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SYLLABLES IN LONGER WORDS (DAY 1: DEFINE)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   ·   robot   ·   frozen   ·   music   ·   tiny   ·   broken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Open syllable (long vowel at end)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SYLLABLES IN LONGER WORDS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syllable (long vowel at end)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8321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81381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6–7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Billy discovers Jemmy can read and write but the prince cannot. Why does this discovery change everything?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is Jemmy's trick in Chapter 7? How does he try to outsmart the outlaws using the ransom note?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