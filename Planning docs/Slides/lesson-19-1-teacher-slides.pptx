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19 Day 1.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make each step of my plan clear enough that someone could follow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19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19.1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and the prince get captured by outlaws named Hold-Your-Nose Billy and Cutwater. If YOU were captured by silly-named outlaws, how would you try to escape? Write your escape plan step by step.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and the prince get captured by outlaws named Hold-Your-Nose Billy and Cutwater. If YOU were captured by silly-named outlaws, how would you try to escape? Write your escape plan step by step.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make each step of my plan clear enough that someone could follow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WHY characters act the way they do. Ask yourself: what does Jemmy want right now? What does the prince want? Are those the same things?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WHY characters act the way they do. Ask yourself: what does Jemmy want right now? What does the prince want? Are those the same things?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"There's our castle, Your Young Majesty," he said, chuckling.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thats your ransom your royal highness billy said grinning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thats your ransom your royal highness billy said grinning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"That's your ransom, Your Royal Highness," Billy said, grinning.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T; apostrophe in That's; comma after Highness inside the closing quote; capital B on Billy; comma before grinning;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-er: more OR one who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helps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smart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catches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quick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clever secret plan, often tricky or sneaky.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demanded in exchange for a prisoner.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flummox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confuse or trick someone completely.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cunning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clever in a sneaky or sly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letter, and Billy watched every word.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 found paper, so he handed it over.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had no idea, but Jemmy had a plan.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could not write, and Cutwater could not either.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1: Define)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in Longer Words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    robot     frozen     music     tiny     broken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 (long vowel at end)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(short vowel)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in Longer Words (Day 1: Define)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 (long vowel at end)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(short vowel)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6–7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19 · Add Reasons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