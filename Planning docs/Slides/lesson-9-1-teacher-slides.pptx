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9.1. Reading: Ch. 8–9.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ask: what does a new character want? Every character in a story is chasing something. When a new character arrives, pay attention to what pulls them in — and what stands between them and what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rat who was born in the dungeon was named Chiaroscuro, but he liked to call himself Roscuro.
Look for: Did you catch the proper noun (Chiaroscuro, Roscuro), the comma before "but," and the pronoun "he"?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rat who was born in the dungeon was named Chiaroscuro, but he liked to call himself Roscuro.
Look for: Did you catch the proper noun (Chiaroscuro, Roscuro), the comma before "but," and the pronoun "he"?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threadmaster's, king's, Antoinette's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threadmaster's, king's, Antoinette's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shining, staring, named, waved | Kept the e: hopeful, careful, useless, bravely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Dropped the e: shining, staring, named, waved | Kept the e: hopeful, careful, useless, bravely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9.1  ·  Ch. 8–9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about to be sent to the dungeon for something he does not think was wrong. Write about a time you got in trouble for something you did not think was bad.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about to be sent to the dungeon for something he does not think was wrong. Write about a time you got in trouble for something you did not think was bad.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8–9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Roscuro want that other rats do not?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ask: what does a new character want? Every character in a story is chasing something. When a new character arrives, pay attention to what pulls them in — and what stands between them and what they want.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rat who was born in the dungeon was named chiaroscuro but he liked to call himself roscuro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had never seen the light but it called to him like a sound he could not unhear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rat who was born in the dungeon was named chiaroscuro but he liked to call himself roscuro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 had never seen the light but it called to him like a sound he could not unhear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rat who was born in the dungeon was named Chiaroscuro, but he liked to call himself Roscuro.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(Chiaroscuro, Roscuro), the comma before "but," and the pronoun "he"?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fearless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endless — base word: end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useless — base word: use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important and respected that it must never be broken.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absence of light.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speak very quietly, using breath instead of voice.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heart thudded once, twice.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threadmaster's breath was in his 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king's music filled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 children gathered around to stare.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possessive noun — the one with an apostrophe.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heart thudded once, twice.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threadmaster's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breath was in his ear.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music filled the room.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Antoinette's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children gathered around to stare.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·   staring   ·   named   ·   waved   ·   hopeful   ·   careful   ·   useless   ·   bravely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Dropped the e  |  Kept the 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THE FINAL 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useless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8–9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“They listened with their whiskers drooping and their ears flat against their heads. They listened in dismay and outrage and fear.”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says Roscuro was born in total darkness. What details show us just how dark the dungeon really is?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Roscuro sees a light "calling to him." How is this moment similar to when Despereaux heard music for the first time?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character's problem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