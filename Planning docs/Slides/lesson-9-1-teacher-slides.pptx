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9.1. Reading: Ch. 8–9.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ask: what does a new character want? Every character in a story is chasing something. When a new character arrives, pay attention to what pulls them in — and what stands between them and what they want.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Tap through each highlighted word in the lesson and name what it does right before moving to the fix-it.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The rat who was born in the dungeon was named Chiaroscuro, but he liked to call himself Roscuro. 
Look for: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The rat who was born in the dungeon was named Chiaroscuro, but he liked to call himself Roscuro. 
Look for: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talk through the questions before revealing the pattern.
A possessive noun shows that something belongs to someone. Add an apostrophe and s to a singular noun: the mouse’s tail. The apostrophe is what makes it possessive — without it, the word is just a plural.
Despereaux’s — the heart belongs to Despereaux.
Again the apostrophe shows belonging: the neck is 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talk through the questions before revealing the pattern.
A possessive noun shows that something belongs to someone. Add an apostrophe and s to a singular noun: the mouse’s tail. The apostrophe is what makes it possessive — without it, the word is just a plural.
Despereaux’s — the heart belongs to Despereaux.
Again the apostrophe shows belonging: the neck is 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 1: Despereaux’s ears, the king’s soup, Mig’s father, the rat’s tail | Group 2: two brothers, the mice, three sisters, the kings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 1: Despereaux’s ears, the king’s soup, Mig’s father, the rat’s tail | Group 2: two brothers, the mice, three sisters, the kings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 became i: hurried, cried, carried, emptied | y stayed y: played, stayed, obeyed, enjoyed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 became i: hurried, cried, carried, emptied | y stayed y: played, stayed, obeyed, enjoyed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Writer’s Workshop stage for the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1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🐭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Tale of Despereaux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9.1  ·  Ch. 8–9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Courage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 is about to be sent to the dungeon for something he does not think was wrong. Write about a time you got in trouble for something you did not think was bad.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 is about to be sent to the dungeon for something he does not think was wrong. Write about a time you got in trouble for something you did not think was bad.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use a capital letter at the start of each sentence?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B6F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1498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8–9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4650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745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Roscuro want that other rats do not?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84378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ask: what does a new character want? Every character in a story is chasing something. When a new character arrives, pay attention to what pulls them in — and what stands between them and what they want.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— STUDY WHAT IS RIGHT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E5F7FC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0700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Botticelli's teeth shone in the candlelight, but Roscuro looked only at the flame.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359152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Botticelli’s uses an apostrophe and an s to show that the teeth belong to him. Roscuro is a name and is capitalized. A comma comes before but because it joins two complete sentences.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 who was born in the dungeon was named chiaroscuro but he liked to call himself roscuro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sentence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 who was born in the dungeon was named chiaroscuro but he liked to call himself roscuro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 who was born in the dungeon was named Chiaroscuro, but he liked to call himself Roscuro.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B6F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DIS-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disappear — base word: appear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110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dislike — base word: like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487168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06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disagree — base word: agree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3182112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3009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disobey — base word: obey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dungeon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dark prison room, usually underground.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sacred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important and respected that it must never be broken.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darkness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absence of light.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speak very quietly, using breath instead of voice.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 — What do you notice?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POSSESSIVE NOUNS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noun below has an apostrophe. Look at where it sits.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them,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Despereaux’s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thudded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once,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twice.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212848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34086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94360" y="234086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Despereaux’s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neck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65760" y="300837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IT THROUGH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255264"/>
            <a:ext cx="841248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What does each of these phrases tell you about who owns what?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Is the apostrophe before the s or after it? Is it the same in both?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do you think decides which side it goes on?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 — What do you notice?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POSSESSIVE NOUNS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noun below has an apostrophe. Look at where it sits.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them,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Despereaux’s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thudded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once,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twice.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212848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34086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94360" y="234086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Despereaux’s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neck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65760" y="3008376"/>
            <a:ext cx="8412480" cy="1837944"/>
          </a:xfrm>
          <a:prstGeom prst="roundRect">
            <a:avLst>
              <a:gd name="adj" fmla="val 4975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6928" y="307238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THE PATTERN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3328416"/>
            <a:ext cx="8010144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possessive noun shows that something belongs to someone. Add an apostrophe and s to a singular noun: the mouse’s tail. The apostrophe is what makes it possessive — without it, the word is just a plural.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Despereaux’s — the heart belongs to Despereaux.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 the apostrophe shows belonging: the neck is his.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 — Your turn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POSSESSIVE NOUNS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79576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Despereaux’s ears    ·    the rat’s tail    ·    three sisters    ·    the king’s soup    ·    two brothers    ·    the kings    ·    Mig’s father    ·    the mice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1488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turn. Sort these eight into the two columns. The columns are blank on purpose — sort first, then work out what the split is.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 — Your turn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POSSESSIVE NOUNS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C7922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0642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572768"/>
            <a:ext cx="41148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664208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Despereaux’s ears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king’s soup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Mig’s father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rat’s tail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617720" y="1051560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C7922C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10642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17720" y="1572768"/>
            <a:ext cx="41148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1664208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brothers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mice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sisters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kings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37033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name the split: what does every word in each group have in common?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TO I BEFORE SUFFIX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0E1C4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81328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hurried   ·   cried   ·   carried   ·   emptied   ·   played   ·   stayed   ·   obeyed   ·   enjoyed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column does each word belong in?  Columns: y became i  |  y stayed y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TO I BEFORE SUFFIX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338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became 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591056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700784"/>
            <a:ext cx="39319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hurried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emptied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17720" y="107899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1338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stayed 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17720" y="1591056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1700784"/>
            <a:ext cx="39319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obeyed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enjoyed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B6F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8–9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COPYWORK — FROM THE NOVEL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1143000"/>
          </a:xfrm>
          <a:prstGeom prst="roundRect">
            <a:avLst>
              <a:gd name="adj" fmla="val 8000"/>
            </a:avLst>
          </a:prstGeom>
          <a:solidFill>
            <a:srgbClr val="F0E8FF"/>
          </a:solidFill>
          <a:ln w="19050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47088"/>
            <a:ext cx="79552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“They listened with their whiskers drooping and their ears flat against their heads. They listened in dismay and outrage and fear.”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0175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3273552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The author says Roscuro was born in total darkness. What details show us just how dark the dungeon really is?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Roscuro sees a light "calling to him." How is this moment similar to when Despereaux heard music for the first time?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🪶  Writer’s Workshop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WEEK’S STAGE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character's problem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2026-10-19T11:55:30Z</dcterms:created>
  <dcterms:modified xsi:type="dcterms:W3CDTF">2026-10-19T11:55:30Z</dcterms:modified>
</cp:coreProperties>
</file>