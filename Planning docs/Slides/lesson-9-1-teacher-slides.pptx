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9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the pull, not just say 'I like it'?.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9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9.1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the rat lives in a dark dungeon but is drawn to the light. Write about something that attracts you even though it is very different from your usual world. Maybe a type of music, a sport, a kind of food, a place. Why does it pull you in?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the rat lives in a dark dungeon but is drawn to the light. Write about something that attracts you even though it is very different from your usual world. Maybe a type of music, a sport, a kind of food, a place. Why does it pull you in?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the pull, not just say 'I like it'?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want that other rats do not?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stands between Roscuro and what he wants?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compare to what Despereaux wants?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ask: what does a new character want? Every character in a story is chasing something. When a new character arrives, pay attention to what pulls them in — and what stands between them and what they want.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Chiaroscuro, but he liked to call himself Roscuro.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, but it called to him like a sound he could not unhear.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(Chiaroscuro, Roscuro), the comma before "but," and the pronoun "he"?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8–9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stands between Roscuro and what he wants?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compare to what Despereaux wants?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one rat who was born in a dungeon so far below the earth that the damp, dark walls wept constantly. This rat's name was Chiaroscuro. He called himself Roscuro.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