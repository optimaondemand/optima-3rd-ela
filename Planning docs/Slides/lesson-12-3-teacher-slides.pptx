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12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support my opinion with a real example?.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12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12.3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characters in this book are filled with hope, and others are filled with despair. Which feeling do you think is more powerful — hope or despair? Why? Give an example from your own life or from the book.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characters in this book are filled with hope, and others are filled with despair. Which feeling do you think is more powerful — hope or despair? Why? Give an example from your own life or from the book.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support my opinion with a real example?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realized she did not want to be a princess if it meant causing so much unhappiness.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stood very still and looked at the princess and began to understand what she had done.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capital letters?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35–36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castle above compare to the dungeon below?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sensory details make each setting feel real?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stood very still. She did not speak. She looked at the princess, and something in her face changed — not all at once, but slowly, like a door opening in the dark.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“Reader, nothing is sweeter in this sad world than the sound of someone you love calling your name.”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narrator wisdom — abstract statement after 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hears her name called by someone who cares about her. The narrator pauses to make a bigger claim about the world. Do you agree with what the narrator says? Have you ever felt what DiCamillo describes?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narrator stops the story to speak directly to us —  "Reader"  — and gives us a piece of wisdom. Why do you think DiCamillo includes these narrator moments in her book? What effect does it have when a story pauses to tell you something true?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