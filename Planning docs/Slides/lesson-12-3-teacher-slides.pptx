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12.3. Reading: Ch. 35–36.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realized she did not want to be a princess if it meant causing so much unhappiness.
Look for: Did you catch the proper noun (Miggery Sow),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realized she did not want to be a princess if it meant causing so much unhappiness.
Look for: Did you catch the proper noun (Miggery Sow),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12.3  ·  Ch. 35–36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dreams about everyone he has lost. Write about a dream you remember. What happened in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dreams about everyone he has lost. Write about a dream you remember. What happened in it?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35–36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(Miggery Sow), the pronoun (she),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 slow = in a slow way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 quiet = in a quiet way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 brave = in a brave 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 quick = in a quick way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   ·   rats   ·   spoons   ·   mice   ·   princess's   ·   king's   ·   mouse's   ·   mice's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35–36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wept with exhaustion and despair and hope. He wept with all the emotions a young, small mouse who has been sent to his death and then been delivered from it in time to save his beloved can feel.”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the dungeon do to the characters inside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the castle above compare to the dungeon below?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sensory details make each setting feel real?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character change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