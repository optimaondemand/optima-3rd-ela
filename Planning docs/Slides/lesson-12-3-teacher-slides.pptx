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12.3. Reading: Ch. 35–36.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pay attention to setting. Places shape what characters feel and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Miggery Sow realized she did not want to be a princess if it meant causing so much unhappiness.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Miggery Sow realized she did not want to be a princess if it meant causing so much unhappiness.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When a character speaks, the words they say go inside quotation marks. A comma separates the spoken words from the tag that says who spoke — and that comma goes inside the closing quotation mark.
The comma sits inside the quotation marks, and said is not capitalized.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When a character speaks, the words they say go inside quotation marks. A comma separates the spoken words from the tag that says who spoke — and that comma goes inside the closing quotation mark.
The comma sits inside the quotation marks, and said is not capitalized.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basket, said, hungry, said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basket, said, hungry, said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Long words get short fast when you find the base word first, then peel off the suffix: darkness = dark + -ness. Suffixes that start with a consonant (-ful, -less, -ly, -ness) usually leave the base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12.3  ·  Ch. 35–36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dreams about everyone he has lost. Write about a dream you remember. What happened in it?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dreams about everyone he has lost. Write about a dream you remember. What happened in it?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35–36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dungeon do to the characters inside it?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pay attention to setting. Places shape what characters feel and do.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Miggery Sow understood at last that a crown was not what she truly wanted.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Miggery Sow is a name, so both words are capitalized. Crown is a common noun and stays lowercase. A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miggery sow realized she did not want to be a princess if it meant causing so much unhappiness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miggery sow realized she did not want to be a princess if it meant causing so much unhappiness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Miggery Sow realized she did not want to be a princess if it meant causing so much unhappiness.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SUFFIX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slow + ly →slowly — tells how something was done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quiet + ly →quietly — tells how something was done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act + ion →action — names the thing that is done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celebrate + ion →celebration — names the celebrating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covering worn to protect the body in battle.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foolish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Silly or unwise; showing poor judgment.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guards prisoners in a jail or dungeon.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forward, especially toward someone.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PUNCTUATING DIALOGUE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sentences say the same thing. The author punctuated them differently. Look at the marks, not the words.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him,”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him.”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Find the comma in each sentence. Is it inside the quotation marks or outside?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One of the sentences has a lowercase word right after a quotation mark. Why is it not capitalized?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has to change when the speaker's name moves to the front?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PUNCTUATING DIALOGUE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sentences say the same thing. The author punctuated them differently. Look at the marks, not the words.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him,”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him.”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character speaks, the words they say go inside quotation marks. A comma separates the spoken words from the tag that says who spoke — and that comma goes inside the closing quotation mark.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 sits inside the quotation marks, and said is not capitalized.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PUNCTUATING DIALOGUE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basket said Roscuro — the comma goes after ______ (type the word)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said I want to be a princess — the comma goes after ______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hungry the prince said — the comma goes after ______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said that is soup — the comma goes after ______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Nobody has punctuated these yet. Type the word the comma belongs after.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PUNCTUATING DIALOGUE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basket said Roscuro — the comma goes after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(type the word)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 said I want to be a princess — the comma goes after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hungry the prince said — the comma goes after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hungry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said that is soup — the comma goes after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MULTISYLLABIC WORDS WITH FAMILIAR SUFFIXES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words get short fast when you find the base word first, then peel off the suffix: darkness = dark + -ness. Suffixes that start with a consonant (-ful, -less, -ly, -ness) usually leave the base alone.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Ladder! The base word never changes on this ladder. Only the suffix does. Read the change, say the new word in your head, then tap the rung to check.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35–36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 wept with exhaustion and despair and hope. He wept with all the emotions a young, small mouse who has been sent to his death and then been delivered from it in time to save his beloved can feel.”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Mig begins to understand what she has done. What specifically does she understand? What helped her see this?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How does the kingdom react to what has happened? What does the reaction tell us about justice?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character change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