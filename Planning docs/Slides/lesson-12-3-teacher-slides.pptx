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12.3. Reading: Ch. 35–36.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pay attention to setting . Places shape what characters feel and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Miggery Sow realized she did not want to be a princess if it meant causing so much unhappiness.
Look for: Did you catch the proper noun (Miggery Sow), the pronoun (she),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Miggery Sow realized she did not want to be a princess if it meant causing so much unhappiness.
Look for: Did you catch the proper noun (Miggery Sow), the pronoun (she),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said,, hungry,”, said,, basket,”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said,, hungry,”, said,, basket,”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Plural (more than one): candles, rats, spoons, mice | Possessive (belongs to): princess's, king's, mouse's, mice's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Plural (more than one): candles, rats, spoons, mice | Possessive (belongs to): princess's, king's, mouse's, mice's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12.3  ·  Ch. 35–36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dreams about everyone he has lost. Write about a dream you remember. What happened in it?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dreams about everyone he has lost. Write about a dream you remember. What happened in it?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end each sentence with the right punctuation mark?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35–36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dungeon do to the characters inside it?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pay attention to setting . Places shape what characters feel and do.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miggery sow realized she did not want to be a princess if it meant causing so much unhappiness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she stood very still and looked at the princess and began to understand what she had done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miggery sow realized she did not want to be a princess if it meant causing so much unhappiness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she stood very still and looked at the princess and began to understand what she had done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Miggery Sow realized she did not want to be a princess if it meant causing so much unhappiness.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 (Miggery Sow), the pronoun (she), and capital letters?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-LY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slowly — base word slow = in a slow way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quietly — base word quiet = in a quiet way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bravely — base word brave = in a brave way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quickly — base word quick = in a quick way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armor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 covering worn to protect the body in battle.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foolish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Silly or unwise; showing poor judgment.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jailer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who guards prisoners in a jail or dungeon.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Moved forward, especially toward someone.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PUNCTUATING DIALOGUE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said, “That is soup you are smelling.”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am hungry,” the prince said.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said, “I want to be a princess.”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“Carry the basket,” said Roscuro.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comma that separates the speech from the speaker.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PUNCTUATING DIALOGUE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“That is soup you are smelling.”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am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hungry,”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prince said.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“I want to be a princess.”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“Carry 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basket,”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said Roscuro.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POSSESSIVES AND PLURALS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candles   ·   rats   ·   spoons   ·   mice   ·   princess's   ·   king's   ·   mouse's   ·   mice's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Plural (more than one)  |  Possessive (belongs to)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POSSESSIVES AND PLURALS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(more than one)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candles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spoons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 (belongs to)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princess's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king's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mouse's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mice's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35–36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“He wept with exhaustion and despair and hope. He wept with all the emotions a young, small mouse who has been sent to his death and then been delivered from it in time to save his beloved can feel.”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Mig begins to understand what she has done. What specifically does she understand? What helped her see this?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How does the kingdom react to what has happened? What does the reaction tell us about justice?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character change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