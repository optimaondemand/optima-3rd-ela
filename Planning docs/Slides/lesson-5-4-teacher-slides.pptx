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5.4. Reading: Publish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when they share a story with someone else. Before you read your narrative aloud, you can tell your listener the most important events in one or two sentences so they know what to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“Good night ,” said Stanley and Arthur as their mother tucked them back into their beds and kissed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“Good night ,” said Stanley and Arthur as their mother tucked them back into their beds and kissed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hurried, celebrated, popped, mailed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hurried, celebrated, popped, mailed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helped, crashed | ed=/d/: called, mailed, played | ed=/ĕd/: started,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helped, crashed | ed=/d/: called, mailed, played | ed=/ĕd/: started,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5.4  ·  Publish Day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it feels to finish something you worked hard 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it feels to finish something you worked hard 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story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Day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sentence, what is your story about? Could a classmate repeat it back to you?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when they share a story with someone else. Before you read your narrative aloud, you can tell your listener the most important events in one or two sentences so they know what to expect.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night ,” said Stanley and Arthur as their mother tucked them back into their beds and kissed them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Year review so far — base words, re-, un-, pre-, -ed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 hurried down the street.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celebrated in California.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pumps air until Stanley popped back.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smiles as she mailed the letter.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sentence. Watch out — some sentences also have proper nouns.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street.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California.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pumps air until 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smiles as she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letter.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·   helped   ·   crashed   ·   called   ·   mailed   ·   played   ·   started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Day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one sentence, what is your story about? Could a classmate repeat it back to you?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about your writing journey this unit. What are you most proud of?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