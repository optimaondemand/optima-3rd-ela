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5.4. Reading: Publish: Your Personal Narrative.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summarize when they share a story with someone else. Before you read your narrative aloud, you can tell your listener the most important events in one or two sentences so they know what to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“Good night ,” said Stanley and Arthur as their mother tucked them back into their beds and kissed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“Good night ,” said Stanley and Arthur as their mother tucked them back into their beds and kissed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hurried, celebrated, popped, mailed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hurried, celebrated, popped, mailed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helped, crashed | ed=/d/: called, mailed, played | ed=/ĕd/: started,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ed=/t/: walked, helped, crashed | ed=/d/: called, mailed, played | ed=/ĕd/: started,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⭐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5.4  ·  Publish: Your Personal Narrative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it feels to finish something you worked hard 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it feels to finish something you worked hard 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check that my whole story makes sense from beginning to end?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Publish: Your Personal Narrative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sentence, what is your story about? Could a classmate repeat it back to you?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summarize when they share a story with someone else. Before you read your narrative aloud, you can tell your listener the most important events in one or two sentences so they know what to expect.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been a long and tiring day. Very soon all the Lambchops were asleep.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night said stanley and arthur as their mother tucked them back into their beds and kissed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“Good night ,” said Stanley and Arthur as their mother tucked them back into their beds and kissed them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-ED SHOWS PAST ACTION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Year review so far — base words, re-, un-, pre-, -ed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Match the Word to Its Base!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WE'VE MET BEFORE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something — how tall, wide, or thick.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Wanting what someone else has.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 hurried down the street.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celebrated in California.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pumps air until Stanley popped back.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smiles as she mailed the letter.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past-tense verb in each sentence. Watch out — some sentences also have proper nouns. Tap a word to check your answer. If it turns green,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Lambchop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down the street.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California.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pumps air until Stanley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popped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smiles as she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letter.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  ·   helped   ·   crashed   ·   called   ·   mailed   ·   played   ·   started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ed=/t/  |  ed=/d/  |  ed=/ĕd/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SOUNDS OF -ED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ed=/t/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ed=/d/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ed=/ĕd/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Publish: Your Personal Narrative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Before you write your final copy, read your title one more time. Does your title make someone want to read your story? If it does not, change it now — the title is the first thing your reader meets.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