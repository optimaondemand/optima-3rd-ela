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W5D4: Reading: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We edited our narratives — checking CUPS: Capitalization, Usage, Punctuation, Spelling.
Today: Publish your final personal narrative and celebrate your writing!
Big Q: You grew a seed idea into a real story. What is the hardest part of writing — and what is the most satisfying?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It had been a long and tiring day. Very soon all the Lambchops were asleep.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good night said stanley and arthur as their mother tucked them back into their beds and kissed them
Answer: “Good night,” said Stanley and Arthur as their mother tucked them back into their beds and kissed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good night said stanley and arthur as their mother tucked them back into their beds and kissed them
Answer: “Good night,” said Stanley and Arthur as their mother tucked them back into their beds and kissed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Poetry: The End (and the Beginning)
You started with a seed so small,
A memory, a moment, a call.
You grew it into something true —
A story that belongs to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W5D4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W5D4: bulletin, examined, cross, celebrate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W5D4
Stanley Lambchop → proper noun
hurried → past tense verb
California → proper noun
celebrated → past tense verb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W5D4
Stanley Lambchop → proper noun
hurried → past tense verb
California → proper noun
celebrated → past tense verb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W5D4
{"ed=/t/":["walked","helped","crashed"],"ed=/d/":["called","mailed","played"],"ed=/ĕd/":["started","wanted"]}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W5D4
{"ed=/t/":["walked","helped","crashed"],"ed=/d/":["called","mailed","played"],"ed=/ĕd/":["started","wanted"]}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Reading:
WGRD: Think about your writing journey this unit. What are you most proud of?
Pause: Think about your writing journey this unit. What are you most proud of?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Comprehension:
Q1: Write the final, polished version of your personal narrative. Include a title!
Q2: Write 2–3 sentences reflecting on your writing. What did you learn about writing personal narratives?
Q3: If you could give one piece of writing advice to a friend, what would it be?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W5D4: PUBLISH
Today: PUBLISH! Write your final, polished personal narrative. Give it a title. You grew a seed idea into a real story — be proud of your work!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 ·  DAY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 ·  Virtue: Diligence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 + Today's Focus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WE...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edited our narratives — checking CUPS: Capitalization, Usage, Punctuation, Spelling.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956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86000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your final personal narrative and celebrate your writing!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" y="2980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8412480" cy="841248"/>
          </a:xfrm>
          <a:prstGeom prst="roundRect">
            <a:avLst>
              <a:gd name="adj" fmla="val 1087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328416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grew a seed idea into a real story. What is the hardest part of writing — and what is the most satisfying?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had been a long and tiring day. Very soon all the Lambchops were asleep.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Two short, complete sentences. Lambchops is capitalized because it is the family name. A simple, quiet ending.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night said stanley and arthur as their mother tucked them back into their beds and kissed them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night said stanley and arthur as their mother tucked them back into their beds and kissed them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2788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3639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“Good night,” said Stanley and Arthur as their mother tucked them back into their beds and kissed them.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Poetry Corner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8412480" cy="2834640"/>
          </a:xfrm>
          <a:prstGeom prst="roundRect">
            <a:avLst>
              <a:gd name="adj" fmla="val 3226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960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 (and the Beginning)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poem for young writers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719072"/>
            <a:ext cx="7315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with a seed so small,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memory, a moment, a call.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grew it into something true —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story that belongs to you.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7673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4041648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411480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poem says your story "belongs to you." Why is that important? What makes YOUR story worth sharing with a reader?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Explain — Match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BASE OR PAIR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972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297680" y="109728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937760" y="10972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0972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20574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reread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297680" y="205740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937760" y="20574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20574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65760" y="30175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30175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297680" y="30175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937760" y="30175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30175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65760" y="397764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760" y="397764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297680" y="397764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937760" y="397764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937760" y="397764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365760" y="493776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65760" y="493776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297680" y="493776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937760" y="493776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937760" y="493776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365760" y="58978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65760" y="58978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4297680" y="589788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4937760" y="58978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937760" y="58978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365760" y="68580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6858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4297680" y="685800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4937760" y="68580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937760" y="6858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365760" y="78181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78181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4297680" y="78181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4937760" y="78181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937760" y="78181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Choice Board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BOARD — Pick ONE word. Write its definition + a sentence.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206240" cy="1664208"/>
          </a:xfrm>
          <a:prstGeom prst="roundRect">
            <a:avLst>
              <a:gd name="adj" fmla="val 5495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" y="1170432"/>
            <a:ext cx="3877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30352" y="157276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where you pin up messages and pictures.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2249424"/>
            <a:ext cx="3877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078992"/>
            <a:ext cx="4206240" cy="1664208"/>
          </a:xfrm>
          <a:prstGeom prst="roundRect">
            <a:avLst>
              <a:gd name="adj" fmla="val 5495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65192" y="1170432"/>
            <a:ext cx="3877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965192" y="157276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at very carefully.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65192" y="2249424"/>
            <a:ext cx="3877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907792"/>
            <a:ext cx="4206240" cy="1664208"/>
          </a:xfrm>
          <a:prstGeom prst="roundRect">
            <a:avLst>
              <a:gd name="adj" fmla="val 5495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0352" y="2999232"/>
            <a:ext cx="3877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30352" y="340156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or annoyed.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0352" y="4078224"/>
            <a:ext cx="3877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2907792"/>
            <a:ext cx="4206240" cy="1664208"/>
          </a:xfrm>
          <a:prstGeom prst="roundRect">
            <a:avLst>
              <a:gd name="adj" fmla="val 5495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65192" y="2999232"/>
            <a:ext cx="3877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965192" y="340156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something special because of good news.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65192" y="4078224"/>
            <a:ext cx="3877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Past-tense verbs (Explain)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Lambchop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066544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1579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054096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4553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13308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celebrated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Past-tense verbs (Explain)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Lambchop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20840" y="1078992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20840" y="1078992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66544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579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20840" y="2066544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2066544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verb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054096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145536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720840" y="3054096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20840" y="3054096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41648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1330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720840" y="4041648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404164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verb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576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ed=/t/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88920"/>
            <a:ext cx="266700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88920"/>
            <a:ext cx="248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  helped  crashed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16992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ed=/d/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169920" y="2788920"/>
            <a:ext cx="2667000" cy="960120"/>
          </a:xfrm>
          <a:prstGeom prst="roundRect">
            <a:avLst>
              <a:gd name="adj" fmla="val 952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261360" y="2788920"/>
            <a:ext cx="248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 mailed  played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97408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ed=/ĕd/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74080" y="2788920"/>
            <a:ext cx="2667000" cy="960120"/>
          </a:xfrm>
          <a:prstGeom prst="roundRect">
            <a:avLst>
              <a:gd name="adj" fmla="val 9524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65520" y="2788920"/>
            <a:ext cx="248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 wanted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Reading: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READERS DO — Keep this in mind as you read: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your writing journey this unit. What are you most proud of?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49631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your writing journey this unit. What are you most proud of?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Comprehension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COMPLETE SENTENCES — USE TEXT EVIDENCE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1170432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final, polished version of your personal narrative. Include a title!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6700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2–3 sentences reflecting on your writing. What did you learn about writing personal narratives?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151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97280" y="4133088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give one piece of writing advice to a friend, what would it be?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Writer's Workshop — PUBLISH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Celebrate!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84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WRITING TASK — IN YOUR JOURNAL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9152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5059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PUBLISH! Write your final, polished personal narrative. Give it a title. You grew a seed idea into a real story — be proud of your work!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2026-07-10T22:22:36Z</dcterms:created>
  <dcterms:modified xsi:type="dcterms:W3CDTF">2026-07-10T22:22:36Z</dcterms:modified>
</cp:coreProperties>
</file>