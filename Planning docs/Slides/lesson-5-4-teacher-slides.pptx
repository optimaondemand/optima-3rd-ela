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5 Day 4. Review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start my chapter in a way that makes the reader want to keep reading?.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4A6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Week 5 · Day 4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Week — Lesson 5.4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the author Jeff Brown asked you to write the NEXT chapter of Flat Stanley. What new adventure would Stanley have? Write the first paragraph of your new chapter.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the author Jeff Brown asked you to write the NEXT chapter of Flat Stanley. What new adventure would Stanley have? Write the first paragraph of your new chapter.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my chapter in a way that makes the reader want to keep reading?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8B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8BB5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your writing journey this unit. What are you most proud of?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had been a long and tiring day. Very soon all the Lambchops were asleep.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8B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8BB5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night said stanley and arthur as their mother tucked them back into their beds and kissed them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8B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8BB5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night said stanley and arthur as their mother tucked them back into their beds and kissed them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"Good night ," said Stanley and Arthur as their mother tucked them back into their beds and kissed them 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Suffix -ed shows past action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 → happy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47088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8928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reread → read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368296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→ view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4378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 → walk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2735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59359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where you pin up messages and pictures.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at very carefully.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or annoyed.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something special because of good news.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Three sounds of -ed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8B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8BB5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     helped     crashed     called     mailed     played     started     wanted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ed=/t/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ed=/d/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Three sounds of -ed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8B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8BB5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ed=/t/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ed=/d/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