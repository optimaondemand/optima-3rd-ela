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31.3. Reading: Reading: Week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Text 1 explains while Text 2 choice.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Mira in Text 2 acts courageously, and the nonfiction author in Text 1 would agree with her choice. 
Look for: Mira is a proper noun (capital M); Text 2 and Text 1 are used as labels (capitals); comma before and joining two complete thoughts;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Mira in Text 2 acts courageously, and the nonfiction author in Text 1 would agree with her choice. 
Look for: Mira is a proper noun (capital M); Text 2 and Text 1 are used as labels (capitals); comma before and joining two complete thoughts;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31.3  ·  Reading: Week 31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the character from this whole year you understand best, and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the character from this whole year you understand best,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Week 31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two authors present the same topic or theme.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1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used as a label — treated like a name here.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tense — correct when discussing what a text says.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creates contrast between two clauses.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2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text label.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in text 2 acts courageously and the nonfiction author in text 1 would agree with her choice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in text 2 acts courageously and the nonfiction author in text 1 would agree with her choice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Mira in Text 2 acts courageously, and the nonfiction author in Text 1 would agree with her choice.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is a proper noun (capital M); Text 2 and Text 1 are used as labels (capitals); comma before and joining two complete thoughts;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REVIEW: PREFIXES AND SUFFIXES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nonfiction author argued that being ______ does not mean you are never scared — it means you act anyway.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showed ______ — she did not give up when the three boys laughed at 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texts suggest that courage is a ______ — a quality of good character that can be developed over time.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texts agree that courage is _____.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Text 1 explains courage with facts, Text 2 _____.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Mira's choice on the bridge is courageous because _____.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of your own complex sentences about the story. Use a sentence frame below or write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texts agree that courage is _____.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Text 1 explains courage with facts, Text 2 _____.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Mira's choice on the bridge is courageous because _____.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Week 31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how two authors present the same topic or theme.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How do you use evidence from two different texts in the same response?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 one sentence or idea from Text 1 that you want to use in your comparison response. Write it in your own words and explain why you chose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