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11 Day 1.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go beyond the first feeling and explore what comes after it?.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11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11.1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gets banished to the dungeon by his own family! Imagine being sent away by people who are supposed to love you. Write about how that would feel. Start with: 'If my own family sent me away, I would feel...'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gets banished to the dungeon by his own family! Imagine being sent away by people who are supposed to love you. Write about how that would feel. Start with: 'If my own family sent me away, I would feel...'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go beyond the first feeling and explore what comes after it?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Despereaux to end up where he is now?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Roscuro to feel the way he does?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might happen as a result of what Mig and Roscuro did together?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track cause and effect in the plot. Every event causes the next.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found a needle and thread and decided to rescue the princess from the dungeon below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was very small and very afraid but he moved forward because the princess needed his help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found a needle and thread and decided to rescue the princess from the dungeon below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was very small and very afraid but he moved forward because the princess needed his help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found a needle and thread and decided to rescue the princess from the dungeon below.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was very small and very afraid , but he moved forward because the princess needed his help.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(Despereaux), the pronoun (he), the comma before "but," and "because" showing cause and effect?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24–25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Roscuro to feel the way he does?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might happen as a result of what Mig and Roscuro did together?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was not, by nature, a brave mouse. But he held his needle and walked forward anyway, because the princess was waiting, and because sometimes love is a stronger thing than fear.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