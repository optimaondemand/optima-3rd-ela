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1.2. Reading: Chapter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preview a text and ask questions before they read. Today, practice this skill with Chapter 1: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“Gosh!” said Arthur when he saw his brother flat as a pancake under the big board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“Gosh!” said Arthur when he saw his brother flat as a pancake under the big board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Flat and half an inch thick., The doctor in his office., A kite in the park., Arthur with the bicycle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Flat and half an inch thick., The doctor in his office., A kite in the park., Arthur with the bicycle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closed: flat, bed, not, bump | not closed: wake, home, like,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closed: flat, bed, not, bump | not closed: wake, home, like,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🌟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Reading Routines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  ·  Chapter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Curiosity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woke up tomorrow and something about you had changed overnight, what would you want it to be? Why?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woke up tomorrow and something about you had changed overnight, what would you want it to be? Why?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a period, question mark, or exclamation point?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 says he’ll keep an eye on Stanley. How do you think Stanley feels about being flat?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preview a text and ask questions before they read. Today, practice this skill with Chapter 1: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“Heavens!” said Mrs. Lambchop. She hurried to lift the board from Stanley.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gosh said arthur when he saw his brother flat as a pancake under the big board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“Heavens!” said Mrs. Lambchop. She hurried to lift the board from Stanley.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gosh said arthur when he saw his brother flat as a pancake under the big board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“Gosh!” said Arthur when he saw his brother flat as a pancake under the big board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BASE WORD?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helpful — base word = help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unkind — base word = kind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jumping — base word = jump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carefully, especially by a doctor.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Very, very big.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and half an inch thick.   |   Stanley was half an inch thick.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examined Stanley.   |   The doctor in his office.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kite in the park.   |   Stanley flew like a kite.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blew his brother up.   |   Arthur with the bicycle pump.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One choice in each row is not a complete sentence . Tap the one that is missing a part.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and half an inch thick.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Stanley was half an inch thick.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examined Stanley.   |  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in his office.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kite in the park.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Stanley flew like a kite.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blew his brother up.   |  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with the bicycle pump.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AND SHORT VOWELS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  ·   bed   ·   not   ·   bump   ·   wake   ·   home   ·   like   ·   huge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 |  not closed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AND SHORT VOWELS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bump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Dr. Dan says he’ll keep an eye on Stanley. How do you think Stanley feels about being flat?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Dr. Dan has examined Stanley and says he is fine — just flat. If you were Stanley's friend, what would you say to make him feel better? What questions would you ask him?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IDEAS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in on the moment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2026-09-07T02:56:15Z</dcterms:created>
  <dcterms:modified xsi:type="dcterms:W3CDTF">2026-09-07T02:56:15Z</dcterms:modified>
</cp:coreProperties>
</file>