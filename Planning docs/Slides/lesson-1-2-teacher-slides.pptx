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1, Day 2
Chapter 1: The Big Bulletin Board
Virtue: Cheerfulness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met the Lambchop family and read the opening of Chapter 1. A bulletin board fell on Stanley — and now he's flat!
Today: Read all of Chapter 1. Focus on how each character reacts to Stanley’s situation.
Big Q: Stanley calls out cheerfully from under the board. Why isn't he scared? What does that tell us about him?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"Heavens!" said Mrs. Lambchop. She hurried to lift the board from Stanley.
"Heavens!" is an exclamation inside quotation marks. The second sentence is a complete thought: subject (She) + predicate (hurried to lift the board). Watch the period after "Lambchop" — it starts a brand new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Fix: gosh said arthur when he saw his brother flat as a pancake under the big board
Errors: add quotation marks and exclamation mark around "Gosh!" capitalize Arthur, add period at end of sentence
Answer: "Gosh!" said Arthur when he saw his brother flat as a pancake under the big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Fix: gosh said arthur when he saw his brother flat as a pancake under the big board
Errors: add quotation marks and exclamation mark around "Gosh!" capitalize Arthur, add period at end of sentence
Answer: "Gosh!" said Arthur when he saw his brother flat as a pancake under the big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If I Were Flat
If I were flat as paper,
I'd slide beneath the door.
I'd sail above the treetops
And see what lies in store.
Discussion: The poet imagines being flat as an adventure. Stanley seems to feel this way too. What does that tell us about having a positive attitude?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Day 2
Items: playing-&gt;play, unhappy-&gt;happy, jumping-&gt;jump, redo-&gt;do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Day 2 (Match Game)
Words: bulletin, examined, enormous, marvel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Day 2
Mrs. Lambchop hurried to help.: Complete | The big board on top.: Fragment | Stanley called out cheerfully.: Complete | Flat and very thin.: Fragment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Day 2
Mrs. Lambchop hurried to help.: Complete | The big board on top.: Fragment | Stanley called out cheerfully.: Complete | Flat and very thin.: Fragment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Day 2
Closed: flat, bed, not, bump
Not closed: wake, home, like,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Day 2
Closed: flat, bed, not, bump
Not closed: wake, home, like,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Chapter 1 (Full Read) — The Big Bulletin Board
WGRD: n/a
Pause: Stanley is four feet tall, a foot wide, and half an inch thick. What do you think is the hardest thing about being Stanley right now?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Day 2
Stage: SEED IDEAS — Look at your brainstorm list. Circle the moment with the strongest feeling. Write one sentence about why it stands out.
RWM: Breakfast was ready.
Prompt: Think about the Lambchops' morning. Write 2–3 sentences about a surprising morning in YOUR life.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DAY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1: The Big Bulletin Board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 ·  Virtue: Cheerfulness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33856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2252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met the Lambchop family and read the opening of Chapter 1. A bulletin board fell on Stanley — and now he's flat!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029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322576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241401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of Chapter 1. Focus on how each character reacts to Stanley’s situation.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5760" y="3081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374136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" y="3465576"/>
            <a:ext cx="8046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calls out cheerfully from under the board. Why isn't he scared? What does that tell us about him?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"Heavens!" said Mrs. Lambchop. She hurried to lift the board from Stanley.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"Heavens!" is an exclamation inside quotation marks. The second sentence is a complete thought: subject (She) + predicate (hurried to lift the board). Watch the period after "Lambchop" — it starts a brand new sentence.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gosh said arthur when he saw his brother flat as a pancake under the big board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add quotation marks and exclamation mark around "Gosh!" capitalize Arthur, add period at end of sentence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gosh said arthur when he saw his brother flat as a pancake under the big board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add quotation marks and exclamation mark around "Gosh!" capitalize Arthur, add period at end of sentence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5786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063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333756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341071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"Gosh!" said Arthur when he saw his brother flat as a pancake under the big board.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3017520"/>
          </a:xfrm>
          <a:prstGeom prst="roundRect">
            <a:avLst>
              <a:gd name="adj" fmla="val 303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Were Flat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Flat Stanley readers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3736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were flat as paper,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I'd slide beneath the door.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I'd sail above the treetops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see what lies in store.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251960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315968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poet imagines being flat as an adventure. Stanley seems to feel this way too. What does that tell us about having a positive attitude?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Base Words (Identify — Match to Base)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— base word = help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unkind — base word = kind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184708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jumping — base word = jump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2688336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268833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114800" y="26883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754880" y="2688336"/>
            <a:ext cx="4023360" cy="566928"/>
          </a:xfrm>
          <a:prstGeom prst="roundRect">
            <a:avLst>
              <a:gd name="adj" fmla="val 1612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268833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65760" y="3438144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5760" y="34381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unhappy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114800" y="343814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754880" y="3438144"/>
            <a:ext cx="4023360" cy="566928"/>
          </a:xfrm>
          <a:prstGeom prst="roundRect">
            <a:avLst>
              <a:gd name="adj" fmla="val 1612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343814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365760" y="4187952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418795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jumping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4114800" y="418795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4754880" y="4187952"/>
            <a:ext cx="4023360" cy="566928"/>
          </a:xfrm>
          <a:prstGeom prst="roundRect">
            <a:avLst>
              <a:gd name="adj" fmla="val 1612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54880" y="418795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365760" y="4937760"/>
            <a:ext cx="3657600" cy="566928"/>
          </a:xfrm>
          <a:prstGeom prst="roundRect">
            <a:avLst>
              <a:gd name="adj" fmla="val 16129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5760" y="49377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4114800" y="4937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754880" y="4937760"/>
            <a:ext cx="4023360" cy="566928"/>
          </a:xfrm>
          <a:prstGeom prst="roundRect">
            <a:avLst>
              <a:gd name="adj" fmla="val 1612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4937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65760" y="5760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YOU KNOW → in your journal: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053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sentence explaining complete sentences in your own words. Give an example from the story.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Match Game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MATCH — Connect the word to its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926080" cy="822960"/>
          </a:xfrm>
          <a:prstGeom prst="roundRect">
            <a:avLst>
              <a:gd name="adj" fmla="val 11111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bulletin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3520440" y="1097280"/>
            <a:ext cx="525780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703320" y="1170432"/>
            <a:ext cx="4892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board where you pin up messages and pictures.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240280"/>
            <a:ext cx="2926080" cy="822960"/>
          </a:xfrm>
          <a:prstGeom prst="roundRect">
            <a:avLst>
              <a:gd name="adj" fmla="val 11111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2240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3520440" y="2240280"/>
            <a:ext cx="525780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03320" y="2313432"/>
            <a:ext cx="4892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very carefully, especially by a doctor.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3383280"/>
            <a:ext cx="2926080" cy="822960"/>
          </a:xfrm>
          <a:prstGeom prst="roundRect">
            <a:avLst>
              <a:gd name="adj" fmla="val 11111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enormous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3520440" y="3383280"/>
            <a:ext cx="525780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03320" y="3456432"/>
            <a:ext cx="4892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Very, very big.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" y="4526280"/>
            <a:ext cx="2926080" cy="822960"/>
          </a:xfrm>
          <a:prstGeom prst="roundRect">
            <a:avLst>
              <a:gd name="adj" fmla="val 11111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4526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marvel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3520440" y="4526280"/>
            <a:ext cx="5257800" cy="82296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703320" y="4599432"/>
            <a:ext cx="4892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amazed or surprised by something.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Complete Sentences (Identify)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or FRAGMENT?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2070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hurried to help.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28600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395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board on top.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47472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5844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called out cheerfully.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663440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773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and very thin.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Complete Sentences (Identify)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or FRAGMENT?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20700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Mrs. Lambchop hurried to help.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269480" y="109728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269480" y="109728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28600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39572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board on top.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269480" y="228600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228600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47472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58444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called out cheerfully.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269480" y="347472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69480" y="347472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663440"/>
            <a:ext cx="676656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73168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and very thin.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269480" y="4663440"/>
            <a:ext cx="1508760" cy="804672"/>
          </a:xfrm>
          <a:prstGeom prst="roundRect">
            <a:avLst>
              <a:gd name="adj" fmla="val 1136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69480" y="4663440"/>
            <a:ext cx="15087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✗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Closed Syllables (Identify)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WORDS: CLOSED SYLLABLE or NOT?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26864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11696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11696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bump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542032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26864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11696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11696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Closed Syllables (Identify)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THE WORDS: CLOSED SYLLABLE or NOT?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26864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711696" y="1097280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11696" y="109728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bump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42032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542032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26864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711696" y="1755648"/>
            <a:ext cx="18288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11696" y="1755648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65760" y="2487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(consonant ends the syllable → short vowel)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43200"/>
            <a:ext cx="4114800" cy="658368"/>
          </a:xfrm>
          <a:prstGeom prst="roundRect">
            <a:avLst>
              <a:gd name="adj" fmla="val 13889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432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  bed   not   bump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663440" y="2487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CLOSED (long vowel or other pattern)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2743200"/>
            <a:ext cx="411480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4320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wake   home   like   huge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syllable ends in a consonant and has a SHORT vowel sound. An open syllable ends in a vowel and has a LONG vowel sound.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Chapter 1: The Big Bulletin Board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(FULL READ) — THE BIG BULLETIN BOARD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444752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Stanley is four feet tall, a foot wide, and half an inch thick. What do you think is the hardest thing about being Stanley right now?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SEED IDEAS — Look at your brainstorm list. Circle the moment with the strongest feeling. Write one sentence about why it stands out.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57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000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2316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"Breakfast was ready."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6576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CONNECTION — IN YOUR JOURNAL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584448"/>
            <a:ext cx="8412480" cy="1234440"/>
          </a:xfrm>
          <a:prstGeom prst="roundRect">
            <a:avLst>
              <a:gd name="adj" fmla="val 7407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3675888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Lambchops' morning. Write 2–3 sentences about a surprising morning in YOUR life.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2026-07-10T22:05:39Z</dcterms:created>
  <dcterms:modified xsi:type="dcterms:W3CDTF">2026-07-10T22:05:39Z</dcterms:modified>
</cp:coreProperties>
</file>