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 Day 2. Launch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include how I felt, not just what happened?.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Week 1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Week — Lesson 1.2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Stanley's brother Arthur was right there when the bulletin board fell. Write about a time you saw something surprising or scary happen to someone you care about. What did you do? How did you feel?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Stanley's brother Arthur was right there when the bulletin board fell. Write about a time you saw something surprising or scary happen to someone you care about. What did you do? How did you feel?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include how I felt, not just what happened?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Dan says he’ll keep an eye on Stanley. How do you think Stanley feels about being flat?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1965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2860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preview a book before reading. They look at the cover, chapter titles, and pictures to make predictions.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“Heavens!” said Mrs. Lambchop. She hurried to lift the board from Stanley.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gosh said arthur when he saw his brother flat as a pancake under the big board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gosh said arthur when he saw his brother flat as a pancake under the big board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"Gosh!" said Arthur when he saw his brother flat as a pancake under the big board 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What is a base word?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→ play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47088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89280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 → happy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22576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368296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jumping → jump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798064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4378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redo → 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327355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59359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board where you pin up messages and pictures.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 at very carefully, especially by a doctor.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enormous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Very, very big.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marvel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amazed or surprised by something.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Closed syllables and short vowels review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    bed     not     bump     wake     home     like     huge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Closed syllables and short vowels review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bump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Chapter 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Reading-Writing Connection (RWM)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