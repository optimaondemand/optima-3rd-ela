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4.2. Reading: Extension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a story with related informational text . When you read a made-up story and a real article about the same topic, you can find what is the same and what is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“Well, George, I see you have bought some wallpaper ,” said Mr. Jones. “Going to decorate your house , I suppose 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“Well, George, I see you have bought some wallpaper ,” said Mr. Jones. “Going to decorate your house , I suppose 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Arthur, Los, Lambchop, Every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Arthur, Los, Lambchop, Every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ai: wait, rain | ay: day, stay | oa: coat, float | ow: grow, show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ai: wait, rain | ay: day, stay | oa: coat, float | ow: grow, show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4.2  ·  Extension Text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be mailed anywhere in the world, where would you go? Write about what you would do there.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be mailed anywhere in the world, where would you go? Write about what you would do there.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place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Text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you’ll look at maps showing Stanley’s journey. How is reading a map different from reading a story? What can a map tell you that a story cannot?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a story with related informational text . When you read a made-up story and a real article about the same topic, you can find what is the same and what is different.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Sunday afternoon, in the street, they met Ralph Jones, an old college friend of Mr. Lambchop’s.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george i see you have bought some wallpaper said mr jones going to decorate your house i suppose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Sunday afternoon, in the street, they met Ralph Jones, an old college friend of Mr. Lambchop’s.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george i see you have bought some wallpaper said mr jones going to decorate your house i suppose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“Well, George, I see you have bought some wallpaper ,” said Mr. Jones. “Going to decorate your house , I suppose ?”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PRE- MEANS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pre- + view = preview — look before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pre- + game = pregame — before the game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in case something goes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with a picture, sent through the mail.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NOUNS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stayed home that summer.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was mailed to Los Angeles.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packed a sandwich.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state has a capital city.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NOUNS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stayed home that summer.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envelope was mailed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Angeles.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Lambchop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packed a sandwich.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 has a capital city.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TEAMS AI/AY AND OA/OW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  ·   rain   ·   day   ·   stay   ·   coat   ·   float   ·   grow   ·   show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ai  |  ay  |  oa  |  ow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TEAMS AI/AY AND OA/OW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1460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1460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0604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1772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1772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0916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20840" y="107899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11338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20840" y="1591056"/>
            <a:ext cx="2011680" cy="21031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12280" y="1700784"/>
            <a:ext cx="182880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Text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Today you’ll look at maps showing Stanley’s journey. How is reading a map different from reading a story? What can a map tell you that a story cannot?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a map showing where Stanley traveled. How far do you think Stanley’s envelope traveled?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spelling, grammar, and punctuation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2026-09-07T02:56:15Z</dcterms:created>
  <dcterms:modified xsi:type="dcterms:W3CDTF">2026-09-07T02:56:15Z</dcterms:modified>
</cp:coreProperties>
</file>