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4 Day 2. Extension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explain why this place matters to me, not just describe it?.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6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Week 4 · Day 2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CB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Week — Lesson 4.2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could take a trip to any place Stanley visited, which would you choose? Describe the place and explain why you want to go there. Start with: 'The place I would most want to visit is... because...'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could take a trip to any place Stanley visited, which would you choose? Describe the place and explain why you want to go there. Start with: 'The place I would most want to visit is... because...'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explain why this place matters to me, not just describe it?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C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CB85C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a map showing where Stanley traveled. How far do you think Stanley’s envelope traveled?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19659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2860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preview a book before reading. They look at the cover, chapter titles, and pictures to make predictions.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Sunday afternoon, in the street, they met Ralph Jones, an old college friend of Mr. Lambchop’s.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C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CB85C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 george i see you have bought some wallpaper said mr jones going to decorate your house i suppose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C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CB85C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 george i see you have bought some wallpaper said mr jones going to decorate your house i suppose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"Well, George, I see you have bought some wallpaper ," said Mr. Jones. "Going to decorate your house , I suppose ?"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Prefix pre- means before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→ view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847088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89280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pregame → game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322576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368296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prepay → pay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798064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43784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preschool → school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327355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59359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airmail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 sent by airplane.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in case something goes wrong.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Costing a lot of money.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postcard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card with a picture, sent through the mail.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Vowel teams ai/ay and oa/ow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C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CB85C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    rain     day     stay     coat     float     grow     show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Vowel teams ai/ay and oa/ow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C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CB85C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Reading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Reading-Writing Connection (RWM)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