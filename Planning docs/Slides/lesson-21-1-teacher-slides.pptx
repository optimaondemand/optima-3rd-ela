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21.1. Reading: Ch. 16–17.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begin to see the theme in the final chapters. As you read Chapters 16 and 17, ask: what is this story really teaching? What is being learned?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"Run now!" the prince ordered. "I won't wait for you!" 
Look for: Quotation marks around each speech; capital R on Run; exclamation mark inside first closing quote; capital I on I; apostrophe in won't; exclamation mark inside second closing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"Run now!" the prince ordered. "I won't wait for you!" 
Look for: Quotation marks around each speech; capital R on Run; exclamation mark inside first closing quote; capital I on I; apostrophe in won't; exclamation mark inside second closing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The, across, The, behind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The, across, The, behind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syllable: robin, cotton, kitten | Open syllable: table, broken, open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syllable: robin, cotton, kitten | Open syllable: table, broken, open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21.1  ·  Ch. 16–17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discovers a streak of pluck in the prince. Write about someone who surprised you by being brave.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discovers a streak of pluck in the prince. Write about someone who surprised you by being brave.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for every name?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16–17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begin to see the theme in the final chapters. As you read Chapters 16 and 17, ask: what is this story really teaching? What is being learned?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begin to see the theme in the final chapters. As you read Chapters 16 and 17, ask: what is this story really teaching? What is being learned?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"Bawl out!" Jemmy shouted. "I won't tell anyone!"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now the prince ordered i wont wait for you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now the prince ordered i wont wait for you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"Run now!" the prince ordered. "I won't wait for you!"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 marks around each speech; capital R on Run; exclamation mark inside first closing quote; capital I on I; apostrophe in won't; exclamation mark inside second closing quote.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ROOT/BASE: SPECT MEANS LOOK (DAY 1: DEFINE)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inspect — to look into carefully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spectator — one who watches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suspect — to look at with doubt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expect — to look forward to something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pluck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spirit; courage and determination when things are hard.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defiant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to give in; boldly standing firm against authority.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and braced for something hard that is coming.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snarling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low, angry growl — like the bear Petunia.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PREPOSITIONAL PHRASES (DAY 1: DEFINE)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came the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Betsy reached out across the mudflat.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 snapped through the air above them.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hid behind the coach with the prince.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PREPOSITIONAL PHRASES (DAY 1: DEFINE)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bear came the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Betsy reached out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mudflat.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whip snapped through the air above them.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hid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coach with the prince.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 REVIEW (DAY 1: CLOSED + OPEN)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   ·   cotton   ·   kitten   ·   table   ·   broken   ·   open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Closed syllable  |  Open syllable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 REVIEW (DAY 1: CLOSED + OPEN)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syllable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syllable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16–17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When Billy whips the prince, the prince doesn't cry. Jemmy urges him to cry out. Why — and why doesn't the prince listen?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happens to Billy and Cutwater when Betsy releases Petunia? Why is it funny and fitting?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2026-09-08T13:30:00Z</dcterms:created>
  <dcterms:modified xsi:type="dcterms:W3CDTF">2026-09-08T13:30:00Z</dcterms:modified>
</cp:coreProperties>
</file>