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21 Day 1.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the moment I understood, not just say I understood?.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21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21.1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book, Prince Brat has learned empathy — he can finally understand how other people feel. Write about a time you suddenly understood how someone else was feeling. What helped you see it? Start with: 'I finally understood how they felt when...'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book, Prince Brat has learned empathy — he can finally understand how other people feel. Write about a time you suddenly understood how someone else was feeling. What helped you see it? Start with: 'I finally understood how they felt when...'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the moment I understood, not just say I understood?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begin to see the theme in the final chapters. As you read Chapters 16 and 17, ask: what is this story really teaching? What is being learned?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begin to see the theme in the final chapters. As you read Chapters 16 and 17, ask: what is this story really teaching? What is being learned?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"Bawl out!" Jemmy shouted. "I won't tell anyone!"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now the prince ordered i wont wait for you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now the prince ordered i wont wait for you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"Run now!" the prince ordered. "I won't wait for you!"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 marks around each speech; capital R on Run; exclamation mark inside first closing quote; capital I on I; apostrophe in won't; exclamation mark inside second closing quote.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spect means look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look into carefully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watches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look at with doubt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look forward to something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pluck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spirit; courage and determination when things are hard.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defiant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give in; boldly standing firm against authority.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and braced for something hard that is coming.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snarling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low, angry growl — like the bear Petunia.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Prepositional Phrases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came down the embankment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reached out across the mudflat.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 snapped through the air above them.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hid behind the coach with the prince.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Prepositional Phrases (Day 1: Define)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embankment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mudflat.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Syllable Review (Day 1: Closed + Open)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    cotton     kitten     table     broken     open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Syllable Review (Day 1: Closed + Open)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16–17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21 · Revise &amp; Publish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