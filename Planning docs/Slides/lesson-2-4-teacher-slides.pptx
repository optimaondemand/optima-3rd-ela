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 Day 4. Flat Stanley.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go deep on one problem instead of staying surface-level on all three?.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A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Week 2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D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— Lesson 2.4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flat has some advantages, but it probably has problems too. Make a list of three problems Stanley might have being flat. Then pick ONE and write about it in detail. What goes wrong? How does Stanley handle it?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flat has some advantages, but it probably has problems too. Make a list of three problems Stanley might have being flat. Then pick ONE and write about it in detail. What goes wrong? How does Stanley handle it?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go deep on one problem instead of staying surface-level on all three?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everything that has happened to Stanley so far. Is being flat mostly good or mostly bad for him? Explain.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had a fine time in California. The Jeffreys returned him in a beautiful white envelope they had made themselves.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, and there was even room for a sandwich inside it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re- means again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→ 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→ fair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→ build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→ happy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of metal bars covering an opening.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paper cover for mailing letters or packages.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 lot of money or very important.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bend and move easily.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CVC, CVCe, open/closed syllable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    crisp     plump     shelf     plane     smile     spoke     flute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CVC, CVCe, open/closed syllable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Chapters 1–2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“Arthur thought having a flat brother was stupid.”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sentence tells us a lot about how Arthur feels. What does it show about his character? Do you think he’s being honest, or is there something else going on?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500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used the word  “stupid”  — a very kid-sounding word. Why do you think Jeff Brown chose that word instead of something fancier like “embarrassing” or “ridiculous”?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6265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083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sentence about what a character or real person thinks about something,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