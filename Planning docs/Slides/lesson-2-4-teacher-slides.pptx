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2.4. Reading: Chapters 1–2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envelope fit Stanley very well , and there was even room for a sandwich inside it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envelope fit Stanley very well , and there was even room for a sandwich inside it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kite, Arthur, thieves, Lambchop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kite, Arthur, thieves, Lambchop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stamp, crisp, plump, shelf | CVCe: plane, smile, spoke, flute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CVC: stamp, crisp, plump, shelf | CVCe: plane, smile, spoke, flute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2.4  ·  Chapters 1–2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doctor's visit or a check-up you remember. What do you remember most?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doctor's visit or a check-up you remember. What do you remember most?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1–2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Stanley is mailed from the box on the corner. The setting is about to change from the Lambchops’ home to California. Which characters get left behind — and what do you think that does to the story?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had a fine time in California. The Jeffreys returned him in a beautiful white envelope they had made themselves.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and there was even room for a sandwich inside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had a fine time in California. The Jeffreys returned him in a beautiful white envelope they had made themselves.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and there was even room for a sandwich inside it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fit Stanley very well , and there was even room for a sandwich inside it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 MEANS AGAIN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means again — rebuild, reread, refill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re- + play = replay — play again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grating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kite string slipped away.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apologized the next morning.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thieves crept into the museum.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made hot chocolate.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noun that is doing the action in each sentence.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NOUNS AND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string slipped away.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apologized the next morning.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thieves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crept into the museum.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Lambchop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hot chocolate.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   ·   crisp   ·   plump   ·   shelf   ·   plane   ·   smile   ·   spoke   ·   flute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CVC  |  CVCe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CVC, CVCE, OPEN/CLOSED SYLLABLE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1–2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when Stanley is mailed from the box on the corner. The setting is about to change from the Lambchops’ home to California. Which characters get left behind — and what do you think that does to the story?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draft beginning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