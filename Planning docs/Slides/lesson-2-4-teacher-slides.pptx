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W2D4: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read Chapter 2: Stanley helps his mother find her ring by squeezing through a grating in the floor. Being flat is useful!
Today: Wrap up Chapters 1–2 and reflect on what being flat means for Stanley and his family.
Big Q: At the end of Chapter 2, Stanley gets mailed in an envelope. Would you want to travel that way? What would worry you?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Stanley had a fine time in California. The Jeffreys returned him in a beautiful white envelope they had made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the envelope fit stanley very well and there was even room for a sandwich inside it
Answer: The envelope fit Stanley very well, and there was even room for a sandwich inside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the envelope fit stanley very well and there was even room for a sandwich inside it
Answer: The envelope fit Stanley very well, and there was even room for a sandwich inside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Poetry: The Envelope
Sealed up tight with stamps galore,
Flying through the air to shore.
What a way to take a trip —
Inside a paper, sailing ship!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W2D4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W2D4: grating, envelope, valuable, limber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W2D4
Mrs. Lambchop → noun
pulled → verb
ring → noun
cried → verb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W2D4
Mrs. Lambchop → noun
pulled → verb
ring → noun
cried → verb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W2D4
{"CVC":["stamp","crisp","plump","shelf"],"CVCe":["plane","smile","spoke","flute"]}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W2D4
{"CVC":["stamp","crisp","plump","shelf"],"CVCe":["plane","smile","spoke","flute"]}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Think about everything that has happened to Stanley so far. Is being flat mostly good or mostly bad for him? Explain.
Pause: Think about everything that has happened to Stanley so far. Is being flat mostly good or mostly bad for him? Explain.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List the most important events from Chapters 1 and 2 in order.
Q2: How does the Lambchop family work together to help Stanley? Give two examples.
Q3: Do you think Stanley is happy being flat? Use evidence from BOTH chapters to explain.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W2D4: DRAFT
Today: EXPLAIN. Reread your draft beginning. Write 1–2 sentences explaining what you did well and what you want to improve.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 ·  DAY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 ·  Virtue: Gratitude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+ Today's Focus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Chapter 2: Stanley helps his mother find her ring by squeezing through a grating in the floor. Being flat is useful!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956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86000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up Chapters 1–2 and reflect on what being flat means for Stanley and his family.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" y="2980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28416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Chapter 2, Stanley gets mailed in an envelope. Would you want to travel that way? What would worry you?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had a fine time in California. The Jeffreys returned him in a beautiful white envelope they had made themselves.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California and Jeffreys are capitalized because they are proper nouns. Each sentence is a complete thought.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 fit stanley very well and there was even room for a sandwich inside it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 fit stanley very well and there was even room for a sandwich inside it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 fit Stanley very well, and there was even room for a sandwich inside it.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Poetry Corner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8412480" cy="2834640"/>
          </a:xfrm>
          <a:prstGeom prst="roundRect">
            <a:avLst>
              <a:gd name="adj" fmla="val 3226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poem for Flat Stanley readers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19072"/>
            <a:ext cx="7315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Sealed up tight with stamps galore,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Flying through the air to shore.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way to take a trip —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paper, sailing ship!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7673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4041648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411480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poet calls the envelope a "sailing ship." What does that comparison help you picture? What is surprising about Stanley's way of traveling?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Explain — Match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BASE OR PAIR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reread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297680" y="10972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unfair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97680" y="20574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937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65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297680" y="30175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937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65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297680" y="397764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937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937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365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65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grating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297680" y="493776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937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937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365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65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297680" y="58978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4937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937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365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valuable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297680" y="68580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4937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937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365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limber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4297680" y="78181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4937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937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Choice Board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BOARD — Pick ONE word. Write its definition + a sentence.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1704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grating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0352" y="15727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 of metal bars covering an opening.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22494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0789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65192" y="11704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965192" y="15727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paper cover for mailing letters or packages.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65192" y="22494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9077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0352" y="29992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valuable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30352" y="34015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a lot of money or very important.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" y="40782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29077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65192" y="29992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limber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965192" y="34015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bend and move easily.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65192" y="40782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Nouns and verbs (Explain)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Nouns and verbs (Explain)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plump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smile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plump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smile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  crisp  plump  shelf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66344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  smile  spoke  flute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everything that has happened to Stanley so far. Is being flat mostly good or mostly bad for him? Explain.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everything that has happened to Stanley so far. Is being flat mostly good or mostly bad for him? Explain.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most important events from Chapters 1 and 2 in order.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Lambchop family work together to help Stanley? Give two examples.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think Stanley is happy being flat? Use evidence from BOTH chapters to explain.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DRAFT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draft beginning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EXPLAIN. Reread your draft beginning. Write 1–2 sentences explaining what you did well and what you want to improve.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2026-07-10T22:22:36Z</dcterms:created>
  <dcterms:modified xsi:type="dcterms:W3CDTF">2026-07-10T22:22:36Z</dcterms:modified>
</cp:coreProperties>
</file>