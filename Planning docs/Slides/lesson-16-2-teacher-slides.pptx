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16.2. Reading: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characters' perspectives. Two characters can experience the same event very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became braver and more hopeful as the story went on, while Roscuro became more bitter at first.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became braver and more hopeful as the story went on, while Roscuro became more bitter at first.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said,, soup,, bread,, thread,, spoon,, candle,”, Mig,, Roscuro,, said,, “Run,”, Cook,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said,, soup,, bread,, thread,, spoon,, candle,”, Mig,, Roscuro,, said,, “Run,”, Cook,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
Answers: garden, music, compete, sudden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
Answers: garden, music, compete, sudden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16.2  · 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main characters want something they are told they cannot have. Write about which one you would help first.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main characters want something they are told they cannot have. Write about which one you would help first.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Despereaux believe about the world?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characters' perspectives. Two characters can experience the same event very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grew braver with every chapter, while Roscuro grew angrier in the dark.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comes before while when it sets up a contrast between two complete sentences. Despereaux and Roscuro are names and are capitalized.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became braver and more hopeful as the story went on while roscuro became more bitter at 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became braver and more hopeful as the story went on while roscuro became more bitter at first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became braver and more hopeful as the story went on, while Roscuro became more bitter at first.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-est means the most.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boldest = the most bold · tallest = the most tall · cleverest = the most clever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Meaning! Tap a word, then tap what it means.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hit or blow, usually with an open hand.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happy way; with joy.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marks show that someone is speaking?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mark separates a list, and which separates speech from speaker?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Can one sentence need both jobs at once? Look for 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half of the unit: quotation marks and the comma that goes inside them, and commas separating items in a 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is inside the quotation marks.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said, “Bring soup, bread, and pudding.”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thread, a spoon, and a candle,” said Despereaux.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Mig, Roscuro, and the prince said, “Wait.”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“Run,” said Cook, “and do not look back.”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every word with a comma attached. Some of these sentences are doing both jobs at once, so there are more than two in most of them.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“Bring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pudding.”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candle,”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“Wait.”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“Run,”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Cook,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SYLLABLE TYPES: CLOSED, OPEN, SILENT-E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Each row asks for a different syllable type, so read the question every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picnic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SYLLABLE TYPES: CLOSED, OPEN, SILENT-E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syllable types, four different jobs: closed ends in a consonant and keeps the vowel short (nap), open ends in a vowel and lets it say its name (ti), r-controlled hands the vowel over to the r (gar), and silent-e reaches back to make the vowel long (pete). Name the type and the word decodes itself.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Each row asks for a different syllable type, so read the question every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picnic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that moment forward, Roscuro showed an abnormal, inordinate interest in illumination of all sorts.”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Despereaux change from beginning to end? What causes the change? Where does he end up?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Roscuro change from beginning to end? What causes his change? Is his ending better or worse than Despereaux's?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comparison paragraph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