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16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made the story powerful, not just say it was?.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16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16.2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 DiCamillo, the author, said she wrote this book about the power of stories. Why do you think stories are powerful? Write about a story (book, movie, or one someone told you) that felt powerful to you and explain what made it powerful.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 DiCamillo, the author, said she wrote this book about the power of stories. Why do you think stories are powerful? Write about a story (book, movie, or one someone told you) that felt powerful to you and explain what made it powerful.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made the story powerful, not just say it was?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believe?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their different beliefs lead to different choices?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, while Roscuro became more bitter at first.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, Roscuro was more peaceful than he had ever been , and Despereaux was more at home in the world.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comparative adjectives (braver, more hopeful, more bitter, more peaceful), the commas, and the proper nouns?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believe?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their different beliefs lead to different choices?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went toward the light willingly. Roscuro was drawn to it painfully. Both ended up in the same dungeon. But their reasons — and their endings — were entirely different.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