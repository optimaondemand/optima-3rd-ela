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16.2. Reading: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compare characters' perspectives . Two characters can experience the same event very differently.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became braver and more hopeful as the story went on , while Roscuro became more bitter at first.
Look for: Did you catch the comparative adjectives (braver, more hopeful, more bitter, more peaceful), the commas, and the proper nouns?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became braver and more hopeful as the story went on , while Roscuro became more bitter at first.
Look for: Did you catch the comparative adjectives (braver, more hopeful, more bitter, more peaceful), the commas, and the proper nouns?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soup,, said,,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soup,, said,,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snapped, stopped | Dropped the e: staring | y → i: carried | Plural ending: dishes, stories | Soft c or g: prince, gentle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snapped, stopped | Dropped the e: staring | y → i: carried | Plural ending: dishes, stories | Soft c or g: prince, gentle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16.2  ·  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main characters want something they are told they cannot have. Write about which one you would help first.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main characters want something they are told they cannot have. Write about which one you would help first.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Despereaux believe about the world?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characters' perspectives . Two characters can experience the same event very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became braver and more hopeful as the story went on while roscuro became more bitter at first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by the end roscuro was more peaceful than he had ever been and despereaux was more at home in the world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became braver and more hopeful as the story went on while roscuro became more bitter at first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but by the end roscuro was more peaceful than he had ever been and despereaux was more at home in the world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became braver and more hopeful as the story went on , while Roscuro became more bitter at first.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comparative adjectives (braver, more hopeful, more bitter, more peaceful), the commas, and the proper nouns?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Explain one comma rule you used this unit, with an example.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   ·   stopped   ·   staring   ·   carried   ·   dishes   ·   stories   ·   prince   ·   gentle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Dropped the e  |  y → i  |  Plural ending  |  Soft c or 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93976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139696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93976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85416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76472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76472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67912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58968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5504688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ending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58968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0408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41464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87184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or 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41464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32904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“From that moment forward, Roscuro showed an abnormal, inordinate interest in illumination of all sorts.”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Despereaux change from beginning to end? What causes the change? Where does he end up?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Roscuro change from beginning to end? What causes his change? Is his ending better or worse than Despereaux's?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comparison paragraph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