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16.2. Reading: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compare characters' perspectives . Two characters can experience the same event very differently.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became braver and more hopeful as the story went on , while Roscuro became more bitter at first.
Look for: Did you catch the comparative adjectives (braver, more hopeful, more bitter, more peaceful), the commas, and the proper nouns?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became braver and more hopeful as the story went on , while Roscuro became more bitter at first.
Look for: Did you catch the comparative adjectives (braver, more hopeful, more bitter, more peaceful), the commas, and the proper nouns?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basket,”, soup,, said,, Garlic,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basket,”, soup,, said,, Garlic,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Doubled: snapped, stopped | Dropped the e: staring | y → i: carried | Plural ending: dishes, stories | Soft c or g: prince, gentle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Doubled: snapped, stopped | Dropped the e: staring | y → i: carried | Plural ending: dishes, stories | Soft c or g: prince, gentle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16.2  ·  Comparison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main characters want something they are told they cannot have. Write about which one you would help first.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main characters want something they are told they cannot have. Write about which one you would help first.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Despereaux believe about the world?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compare characters' perspectives . Two characters can experience the same event very differently.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became braver and more hopeful as the story went on while roscuro became more bitter at first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but by the end roscuro was more peaceful than he had ever been and despereaux was more at home in the world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became braver and more hopeful as the story went on while roscuro became more bitter at first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but by the end roscuro was more peaceful than he had ever been and despereaux was more at home in the world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became braver and more hopeful as the story went on , while Roscuro became more bitter at first.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comparative adjectives (braver, more hopeful, more bitter, more peaceful), the commas, and the proper nouns?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fearless — base word: fear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celebration — base word: celebrate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kindness — base word: kind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disagree — base word: agree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lets you down; not what you hoped for.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 hit or blow, usually with an open hand.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willing to face something frightening.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happily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happy way; with joy.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DIALOGUE AND COMMAS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basket,” said Roscuro.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brought soup, bread, and a candle.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said, “That is soup.”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Garlic, chicken, and watercress went into the pot.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Explain one comma rule you used this unit, with an example.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DIALOGUE AND COMMAS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Roscuro.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brought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soup,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bread, and a candle.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“That is soup.”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chicken, and watercress went into the pot.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SPELLING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   ·   stopped   ·   staring   ·   carried   ·   dishes   ·   stories   ·   prince   ·   gentle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Doubled  |  Dropped the e  |  y → i  |  Plural ending  |  Soft c or g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SPELLING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093976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2139696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the 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093976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185416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76472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3822192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776472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867912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58968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8" name="Text 16"/>
          <p:cNvSpPr/>
          <p:nvPr/>
        </p:nvSpPr>
        <p:spPr>
          <a:xfrm>
            <a:off x="5504688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ending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58968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0408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141464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87184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c or 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141464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232904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“From that moment forward, Roscuro showed an abnormal, inordinate interest in illumination of all sorts.”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does Despereaux believe about the world?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does Roscuro believe?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do their different beliefs lead to different choices?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your comparison paragraph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