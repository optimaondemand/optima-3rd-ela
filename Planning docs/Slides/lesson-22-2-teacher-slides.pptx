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22.2. Reading: Theme.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for the lesson the author is teaching. Today we name the theme of The Whipping Boy — in our own words — and find two events that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prince could not hide his grin. 
Look for: Capital T on The; period at the end. Simple narration — no quotation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prince could not hide his grin. 
Look for: Capital T on The; period at the end. Simple narration — no quotation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him, The, We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him, The, We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syllables: captured, punishment, enormous, protector, suspicion | 4+ syllables: accomplish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syllables: captured, punishment, enormous, protector, suspicion | 4+ syllables: accomplish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22.2  ·  Theme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think this story is really about? Write your answer and one piece of evidence.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think this story is really about? Write your answer and one piece of evidence.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 lesson the author is teaching. Today we name the theme of The Whipping Boy — in our own words — and find two events that prove it.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 lesson the author is teaching. Today we name the theme of The Whipping Boy — in our own words — and find two events that prove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could not sort out his feelings.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could not hide his grin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could not hide his grin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prince could not hide his grin.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on The; period at the end. Simple narration — no quotation marks.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PORT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support — to carry up; to hold up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export — to carry out to another place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report — to carry back information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portable — able to be carried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message or big lesson of a story.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 from the text that proves your idea is true.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conflict is settled at the end of a story.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development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character grows and changes across a story.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PRONOUNS (DAY 2: SUBJECT VS. OBJECT)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whistled and the bear sat down.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grabbed him by the sleeve.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stared at them for a long moment.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go back to the castle together.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PRONOUNS (DAY 2: SUBJECT VS. OBJECT)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whistled and the bear sat down.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grabbed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sleeve.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king stared at them for a long moment.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will go back to the castle together.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MULTISYLLABIC DECODING (DAY 2: APPLY SYLLABLE RULES)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  ·   punishment   ·   enormous   ·   protector   ·   suspicion   ·   accomplish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3 syllables  |  4+ syllables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MULTISYLLABIC DECODING (DAY 2: APPLY SYLLABLE RULES)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syllables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punishment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enormous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protector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syllables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accomplish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State the theme of The Whipping Boy in one sentence — a general truth, not a plot summary.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Think of two events that prove your theme: one from early in the book, one from late.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