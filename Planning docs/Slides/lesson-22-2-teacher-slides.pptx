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22 Day 2.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WHY the rule was unfair, not just say it was?.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22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22.2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is set in a time when kings and princes had all the power. If you could change ONE unfair rule from the old days, what would it be and why? Start with: 'If I could go back in time and change one rule, I would...'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is set in a time when kings and princes had all the power. If you could change ONE unfair rule from the old days, what would it be and why? Start with: 'If I could go back in time and change one rule, I would...'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WHY the rule was unfair, not just say it was?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 lesson the author is teaching. Today we name the theme of The Whipping Boy — in our own words — and find two events that prove it.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 lesson the author is teaching. Today we name the theme of The Whipping Boy — in our own words — and find two events that prove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could not sort out his feelings.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could not hide his grin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could not hide his grin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could not hide his grin.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on The; period at the end. Simple narration — no quotation marks.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 port (Day 2: Identify)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carry up; to hold 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carry out to another place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carry back information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able to be carried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message or big lesson of a story.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 from the text that proves your idea is true.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conflict is settled at the end of a story.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development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character grows and changes across a story.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 (Day 2: Subject vs. object)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whistled and the bear sat down.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grabbed him by the sleeve.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stared at them for a long moment.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go back to the castle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 (Day 2: Subject vs. object)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whistled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grabbed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sleeve.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Multisyllabic Decoding (Day 2: Apply syllable rules)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    punishment     enormous     protector     suspicion     accomplish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syllables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syllables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Multisyllabic Decoding (Day 2: Apply syllable rules)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syllables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punishment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protector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syllables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accomplish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22 · Compare &amp; Present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