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13 Day 4.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give advice that fits what this character is actually going through?.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13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13.4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give advice to ONE character in the book right now — Despereaux, Roscuro, or Mig — what would you say? Write your advice as if you were talking right to them. Start with: 'Dear [character name], I know things are hard right now, but...'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give advice to ONE character in the book right now — Despereaux, Roscuro, or Mig — what would you say? Write your advice as if you were talking right to them. Start with: 'Dear [character name], I know things are hard right now, but...'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give advice that fits what this character is actually going through?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each character learned by this point?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"light" represent beyond the physical kind?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lesson do you think the author most wants readers to take away?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theme clues . A theme is a lesson the whole story teaches.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author asks the reader to think about what it means to be brave in an ordinary and extraordinary life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tells us that stories help us understand darkness and that light always arrives more sweetly after the dark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author asks the reader to think about what it means to be brave in an ordinary and extraordinary life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tells us that stories help us understand darkness and that light always arrives more sweetly after the dark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author asks the reader to think about what it means to be brave in an ordinary and extraordinary life.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tells us that stories help us understand darkness and that light always arrives more sweetly after the dark.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adjectives (brave, ordinary, extraordinary) and the -ly adverb (sweetly)?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wish or desire for something you do not have.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despair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complete hopelessness; giving up on something getting better.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attention on something; thinking about only one thing.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2843784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898648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45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"light" represent beyond the physical kind?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lesson do you think the author most wants readers to take away?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Reader, I am asking you to consider, when you think of Despereaux, the whole of his life — the good and the bad — and note how, in this story, as in life, beauty and sadness go hand in hand.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“And so, reader, this is the end of the story. Or rather, it is the beginning of the beginning.”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self-correction — or rather as a reversal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DiCamillo speaks directly to you in the final chapter. She says this is the end, then immediately corrects herself. What do you think she means? Does a story ever truly end?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 "Or rather"  — the author corrects herself in the middle of a sentence. This makes the reader pause and think twice. Why is it more interesting to correct yourself than to just say  "this is the beginning"  from the start?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