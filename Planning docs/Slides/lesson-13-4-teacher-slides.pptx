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13.4. Reading: Ch. 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theme clues. A theme is a lesson the whole story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author asks the reader to think about what it means to be brave in an ordinary and extraordinary life.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author asks the reader to think about what it means to be brave in an ordinary and extraordinary life.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It uses two comparing signals at once — more and -er. Pick one: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It uses two comparing signals at once — more and -er. Pick one: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more, darkest., most,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more, darkest., most,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A closed syllable ends in a consonant, and that consonant shuts the vowel in so it stays short: nap, kin. Long words are often just two closed syllables stuck together: nap·kin.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13.4  ·  Ch. 45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given soup by someone who hates mice. Write about a time someone was kind to you when you did not expect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given soup by someone who hates mice. Write about a time someone was kind to you when you did not expect it.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each character learned by this point?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theme clues. A theme is a lesson the whole story teaches.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reminds the reader that a story can hold both darkness and light.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starts with a capital letter and ends with a period. And joins two nouns here, not two sentences, so it takes no comma.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asks the reader to think about what it means to be brave in an ordinary and extraordinary life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asks the reader to think about what it means to be brave in an ordinary and extraordinary life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asks the reader to think about what it means to be brave in an ordinary and extraordinary life.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means not.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nonfiction = writing that is not made up · nonsense = words that do not make sense · nonstop = without stopping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Dice Roll Challenge! Roll a word, then say out loud what it means and how the word part changed it. Tap to check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sharp metal tool for sewing — here, a mouse's sword.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gold and jewels a king or queen wears.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built these forms all week. Now read like the person who has to fix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8412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it aloud. What sounds wrong?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many ways of comparing are in that sentence? How many should there be?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built these forms all week. Now read like the person who has to fix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2587752"/>
          </a:xfrm>
          <a:prstGeom prst="roundRect">
            <a:avLst>
              <a:gd name="adj" fmla="val 353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80101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two comparing signals at once — more and -er. Pick one: smaller.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was more smaller than his brothers.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two tunnels, the deep downs were the darkest.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was the most happiest servant in the castle.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thread is more long than that 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below has exactly one mistake. This time nobody tells you what kind. Tap the word that is wrong.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smaller than his brothers.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two tunnels, the deep downs were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was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happiest servant in the castle.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thread is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 than that 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smaller → smaller. Two comparing signals at once.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darkest → the darker. Only two tunnels, so -er.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happiest → happiest. Two signals again.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long → longer. Short adjectives take -er, not more.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syllable ends in a consonant, and that consonant shuts the vowel in so it stays short: nap, kin. Long words are often just two closed syllables stuck together: nap·kin.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“Cook turned away from him. She put the candle down and picked up her spoon and started to stir.”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author speaks directly to the reader. What is the most important thing she says? Why does she say it here, at the end?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author's final message about light, stories, and courage? Write it in your own words.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RESPONSE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and submit your literary response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