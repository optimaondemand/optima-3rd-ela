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13.4. Reading: Ch. 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theme clues . A theme is a lesson the whole story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asks the reader to think about what it means to be brave in an ordinary and extraordinary life.
Look for: Did you catch the adjectives (brave, ordinary, extraordinary) and the -ly adverb (sweetly)?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asks the reader to think about what it means to be brave in an ordinary and extraordinary life.
Look for: Did you catch the adjectives (brave, ordinary, extraordinary) and the -ly adverb (sweetly)?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13.4  ·  Ch. 45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given soup by someone who hates mice. Write about a time someone was kind to you when you did not expect it.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given soup by someone who hates mice. Write about a time someone was kind to you when you did not expect it.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adjectives (brave, ordinary, extraordinary) and the -ly adverb (sweetly)?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action — base word: 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direction — base word: direct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invention — base word: invent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sharp metal tool for sewing — here, a mouse's sword.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of gold and jewels a king or queen wears.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go,”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shouted,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she?”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punctuation mark that ends the spoken words.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she?”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   ·   gold   ·   candle   ·   Cook   ·   gentle   ·   magic   ·   prince   ·   mice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Hard (/k/ or /g/)  |  Soft (/s/ or /j/)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(/k/ or /g/)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(/s/ or /j/)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“Cook turned away from him. She put the candle down and picked up her spoon and started to stir.”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has each character learned by this point?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"light" represent beyond the physical kind?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lesson do you think the author most wants readers to take away?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and submit your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