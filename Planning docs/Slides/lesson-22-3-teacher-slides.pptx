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22.3. Reading: Synthesis: Reader's Theater.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listen for the character's voice. Today we perform a scene aloud and think about how each character sounds, feels, and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"Hold on tight!" the prince called. 
Look for: Opening quotation mark; capital H on Hold; exclamation mark inside the closing quote; lowercase the;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"Hold on tight!" the prince called. 
Look for: Opening quotation mark; capital H on Hold; exclamation mark inside the closing quote; lowercase the;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They,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They, 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Accent on 1st or 2nd syllable: impossible, remarkable, discovery, unexpected | Accent on 3rd syllable: protection, celebration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Accent on 1st or 2nd syllable: impossible, remarkable, discovery, unexpected | Accent on 3rd syllable: protection, celebration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22.3  ·  Synthesis: Reader's Theater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line from the book you would read aloud to the class. Write it out and say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line from the book you would read aloud to the class. Write it out and say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put quotation marks around the words a person said?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Synthesis: Reader's Theater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listen for the character's voice. Today we perform a scene aloud and think about how each character sounds, feels, and moves.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listen for the character's voice. Today we perform a scene aloud and think about how each character sounds, feels, and moves.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"Steady on your legs!" Jemmy asked.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on tight the prince called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on tight the prince called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"Hold on tight!" the prince called.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H on Hold; exclamation mark inside the closing quote; lowercase the;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SPECT — IN THE STORY (DAY 3: APPLY TO TEXT)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unexpected — not planned for; surprising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spectacle — a dramatic or striking scene worth watching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inspect — to look at closely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expect — to think something is going to happen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prosody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PRONOUNS (DAY 3: USE IN OWN WRITING)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stood at the edge of the sewer.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put the rope back on Petunia's neck.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could barely see in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outlaws chased them through the sewer.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PRONOUNS (DAY 3: USE IN OWN WRITING)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stood at the edge of the sewer.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put the rope back on Petunia's neck.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could barely see in the dark.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outlaws chased them through the sewer.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(DAY 3: FLUENCY — SAY IT SMOOTHLY)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  ·   remarkable   ·   discovery   ·   unexpected   ·   protection   ·   celebration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Accent on 1st or 2nd syllable  |  Accent on 3rd syllable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MULTISYLLABIC DECODING (DAY 3: FLUENCY — SAY IT SMOOTHLY)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on 1st or 2nd syllable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remarkable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unexpected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 on 3rd syllable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Synthesis: Reader's Theater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Good readers listen for the character's voice. Today we perform a scene aloud and think about how each character sounds, feels, and moves.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Look at the letters around the dot in each word. Count: vowel, consonant, consonant, vowel. That's the VCCV pattern 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Where does the dot fall — before, between, or after the two consonants?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