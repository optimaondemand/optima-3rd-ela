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notesMasterIdLst>
    <p:notesMasterId r:id="rId1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notesMaster" Target="notesMasters/notes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Title slide for Week 25 Day 1. The Lion, the Witch and the Wardrobe.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 once. Give students about 1 minute to read it again silently and think. Remind them: there is no wrong answer — just write what comes to mind. Advance to the writing slide when ready.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5-minute timer. Walk the room quietly. If a student stops, gently encourage them: "Keep writing — even one more sentence." The goal is sustained writing, not perfection. Do not interrupt to correct spelling or grammar during this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Set a 1-minute timer. Remind students: we are only fixing ONE thing today — Did I describe the world I found using details?. They should also do a quick conventions check (capitals, punctuation, spelling). They do NOT need to rewrite — just fix and improve. Revision = improving ideas; Editing = fixing conventions. Keep them separate in your language.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Call on 3-5 students to share. Respond with genuine interest: "I love how you described that" or "That's a really interesting idea." Avoid correcting grammar or spelling during share time — this is about celebrating writing. If time is short, have 2-3 students share in chat instead.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the big question and reading lens with students before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model sentence aloud. Ask students: what do you notice about the punctuation and capitalization?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1-2 minutes to fix the sentence. Walk the room and check.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the corrected version. Point out each fix: capitalization, punctuation, spelling.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morphology focus. Have students identify the base word and affix in each example.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 through each vocabulary word. For flip cards, have students guess the definition before revealing.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Have students identify the correct answer before revealing. Use chat or cold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Reveal answers. Discuss WHY each answer is correct — what rule applies?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Give students time to sort the words. Use the chat or paper to organize.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Review each column. Ask: what pattern do you see in each group?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focus slide. Use pause-and-think questions during reading. Copywork can be done after reading.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Transition to the writing workshop assignment in Canvas.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3A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914400"/>
            <a:ext cx="82296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🦁  Week 25 · Day 1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457200" y="210312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4A90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Lion, the Witch and the Wardrobe — Lesson 25.1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AAA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 Academy Online · 3rd Grade ELA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10-Minute Write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C7922C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8229600" cy="1645920"/>
          </a:xfrm>
          <a:prstGeom prst="roundRect">
            <a:avLst>
              <a:gd name="adj" fmla="val 555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527048"/>
            <a:ext cx="7863840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steps through the wardrobe and finds a snowy forest with a lamp-post. Imagine YOU just stepped through a door into a world no one else knows about. What do you see? What do you do first?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324612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 in the chat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 </a:t>
            </a:r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on paper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to hold up when we share.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Writing Time</a:t>
            </a:r>
            <a:endParaRPr lang="en-US" sz="3200" dirty="0"/>
          </a:p>
        </p:txBody>
      </p:sp>
      <p:sp>
        <p:nvSpPr>
          <p:cNvPr id="3" name="Text 1"/>
          <p:cNvSpPr/>
          <p:nvPr/>
        </p:nvSpPr>
        <p:spPr>
          <a:xfrm>
            <a:off x="914400" y="822960"/>
            <a:ext cx="7315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457200" y="1371600"/>
            <a:ext cx="8229600" cy="1280160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417320"/>
            <a:ext cx="78638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Prompt: </a:t>
            </a:r>
            <a:pPr indent="0" marL="0">
              <a:buNone/>
            </a:pPr>
            <a:r>
              <a:rPr lang="en-US" sz="12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steps through the wardrobe and finds a snowy forest with a lamp-post. Imagine YOU just stepped through a door into a world no one else knows about. What do you see? What do you do first?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2286000" y="2926080"/>
            <a:ext cx="4572000" cy="1280160"/>
          </a:xfrm>
          <a:prstGeom prst="roundRect">
            <a:avLst>
              <a:gd name="adj" fmla="val 857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2468880" y="301752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If you get stuck: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Reread the prompt above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Write "I'm thinking..." until a new idea comes
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Keep going — don't erase!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365760"/>
            <a:ext cx="1828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dirty="0">
                <a:solidFill>
                  <a:srgbClr val="000000"/>
                </a:solidFill>
              </a:rPr>
              <a:t>🔍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914400" y="91440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 &amp; Revise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914400" y="15087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1371600" y="2103120"/>
            <a:ext cx="6400800" cy="640080"/>
          </a:xfrm>
          <a:prstGeom prst="roundRect">
            <a:avLst>
              <a:gd name="adj" fmla="val 14286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1554480" y="2148840"/>
            <a:ext cx="6035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check: </a:t>
            </a:r>
            <a:pPr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describe the world I found using details?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371600" y="2926080"/>
            <a:ext cx="6400800" cy="146304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554480" y="3017520"/>
            <a:ext cx="6035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Capital letters at the start of every sentence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End punctuation ( .  ?  ! )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Spelling — circle any words that look wrong
</a:t>
            </a:r>
            <a:pPr indent="0" marL="0">
              <a:spcAft>
                <a:spcPts val="200"/>
              </a:spcAft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 Read it quietly to yourself — does it sound right?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0" y="457200"/>
            <a:ext cx="1828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🗣️</a:t>
            </a:r>
            <a:endParaRPr lang="en-US" sz="4400" dirty="0"/>
          </a:p>
        </p:txBody>
      </p:sp>
      <p:sp>
        <p:nvSpPr>
          <p:cNvPr id="3" name="Text 1"/>
          <p:cNvSpPr/>
          <p:nvPr/>
        </p:nvSpPr>
        <p:spPr>
          <a:xfrm>
            <a:off x="914400" y="1097280"/>
            <a:ext cx="7315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Time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914400" y="173736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1700" dirty="0"/>
          </a:p>
        </p:txBody>
      </p:sp>
      <p:sp>
        <p:nvSpPr>
          <p:cNvPr id="5" name="Shape 3"/>
          <p:cNvSpPr/>
          <p:nvPr/>
        </p:nvSpPr>
        <p:spPr>
          <a:xfrm>
            <a:off x="1828800" y="2468880"/>
            <a:ext cx="5486400" cy="164592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2103120" y="2560320"/>
            <a:ext cx="493776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to share: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✋ Raise your hand if you want to read yours aloud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💬 Or paste your writing in the chat
</a:t>
            </a:r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👂 Listen respectfully when others share
</a:t>
            </a:r>
            <a:pPr indent="0" marL="0">
              <a:spcAft>
                <a:spcPts val="200"/>
              </a:spcAft>
              <a:buNone/>
            </a:pPr>
            <a:r>
              <a:rPr lang="en-US" sz="12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writer's ideas matter — there are no wrong answers.</a:t>
            </a:r>
            <a:endParaRPr lang="en-US" sz="14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Today's Focus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9144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3441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 yourself in fantasy settings.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457200" y="196596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07568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an author make a brand-new world feel real to the reader?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457200" y="269748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280720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two details Lewis uses to describe the snowy wood Lucy enters. Write them in your own words.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342900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749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Model Sentence — Study What's Right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E8F8EF"/>
          </a:solidFill>
          <a:ln w="1270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640080" y="1207008"/>
            <a:ext cx="78638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 found night-time feet.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Now You Try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faun carried several brown-paper parcels and his umbrella was white with snow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Fix-It Sentence — Answer Revealed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640080"/>
          </a:xfrm>
          <a:prstGeom prst="roundRect">
            <a:avLst>
              <a:gd name="adj" fmla="val 14286"/>
            </a:avLst>
          </a:prstGeom>
          <a:solidFill>
            <a:srgbClr val="F8FAFC"/>
          </a:solidFill>
          <a:ln w="1270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640080" y="1115568"/>
            <a:ext cx="7863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faun carried several brown-paper parcels and his umbrella was white with snow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457200" y="173736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40080" y="2011680"/>
            <a:ext cx="7863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 T begins the sentence; The Faun is used as a title/name here (capital F); comma before and when joining two complete thoughts; period ends.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Morphology: Prefix inter- means between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8B6FC0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BUILDING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57200" y="1371600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640080" y="14173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act with each other — interact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457200" y="1901952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94767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between nations — international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32304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640080" y="247802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rupt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to break between — interrupt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457200" y="2962656"/>
            <a:ext cx="822960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0080" y="3008376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</a:t>
            </a:r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·  — a meeting between people — interview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457200" y="349300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EXAMPLES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640080" y="3813048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📌 This week's word part: inter-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Vocabulary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4572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inquisitive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Eager to find out; very curious.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4572000" y="1005840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4709160" y="1060704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melancholy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deep feeling of sadness or gloom.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755648"/>
            <a:ext cx="3840480" cy="640080"/>
          </a:xfrm>
          <a:prstGeom prst="roundRect">
            <a:avLst>
              <a:gd name="adj" fmla="val 14286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810512"/>
            <a:ext cx="356616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peculiar</a:t>
            </a:r>
            <a:pPr indent="0" marL="0">
              <a:buNone/>
            </a:pPr>
            <a:endParaRPr lang="en-US" sz="1500" dirty="0"/>
          </a:p>
          <a:p>
            <a:pPr indent="0" marL="0">
              <a:buNone/>
            </a:pPr>
            <a:r>
              <a:rPr lang="en-US" sz="12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Strange or unusual in a hard-to-explain way.</a:t>
            </a:r>
            <a:endParaRPr lang="en-US" sz="15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Complex sentences intro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 it was snowing, the lamp-post still glowed.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walked forward because she was curious.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Edmund stepped into the wardrobe, he heard nothing.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Grammar: Complex sentences intro — Answers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07899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Although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snowing,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lamp-post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still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glowed.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7200" y="160020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94360" y="167335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forward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because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curious.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457200" y="2194560"/>
            <a:ext cx="8229600" cy="502920"/>
          </a:xfrm>
          <a:prstGeom prst="roundRect">
            <a:avLst>
              <a:gd name="adj" fmla="val 18182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94360" y="2267712"/>
            <a:ext cx="7863840" cy="356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Edmund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stepped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into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wardrobe,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heard</a:t>
            </a:r>
            <a:pPr indent="0" marL="0">
              <a:buNone/>
            </a:pPr>
            <a:r>
              <a:rPr lang="en-US" sz="1500" dirty="0">
                <a:solidFill>
                  <a:srgbClr val="000000"/>
                </a:solidFill>
              </a:rPr>
              <a:t>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nothing.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Magic-e / silent-e syllables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 — Sort these words!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457200" y="1371600"/>
            <a:ext cx="8229600" cy="914400"/>
          </a:xfrm>
          <a:prstGeom prst="roundRect">
            <a:avLst>
              <a:gd name="adj" fmla="val 10000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640080" y="146304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     stone     brave     globe     shop     frost     plum     grip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45720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4864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words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4480560" y="246888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572000" y="251460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Short-vowel words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5943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Spelling: Magic-e / silent-e syllables — Sorted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4A90D9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6492240" y="173736"/>
            <a:ext cx="2286000" cy="502920"/>
          </a:xfrm>
          <a:prstGeom prst="roundRect">
            <a:avLst>
              <a:gd name="adj" fmla="val 21818"/>
            </a:avLst>
          </a:prstGeom>
          <a:solidFill>
            <a:srgbClr val="4A90D9"/>
          </a:solidFill>
          <a:ln/>
        </p:spPr>
      </p:sp>
      <p:sp>
        <p:nvSpPr>
          <p:cNvPr id="5" name="Text 3"/>
          <p:cNvSpPr/>
          <p:nvPr/>
        </p:nvSpPr>
        <p:spPr>
          <a:xfrm>
            <a:off x="6492240" y="173736"/>
            <a:ext cx="22860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45720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4864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Magic-e words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4864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flute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54864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stone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4864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brave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54864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globe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480560" y="1005840"/>
            <a:ext cx="3794760" cy="457200"/>
          </a:xfrm>
          <a:prstGeom prst="roundRect">
            <a:avLst>
              <a:gd name="adj" fmla="val 20000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4572000" y="1051560"/>
            <a:ext cx="3611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Short-vowel words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4572000" y="1554480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shop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1901952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frost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0" y="2249424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plum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0" y="2596896"/>
            <a:ext cx="3611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grip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Reading: Ch. 1–3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55C8E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005840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PAUSE &amp; THINK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640080" y="132588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you read today, ask yourself: How does an author make a brand-new world feel real to the reader?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1965960"/>
            <a:ext cx="7863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two details Lewis uses to describe the snowy wood Lucy enters. Write them in your own words.</a:t>
            </a:r>
            <a:endParaRPr lang="en-US" sz="14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164592"/>
            <a:ext cx="84124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8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Writer’s Workshop: Week 25 · BRAINSTORM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749808"/>
            <a:ext cx="8412480" cy="0"/>
          </a:xfrm>
          <a:prstGeom prst="line">
            <a:avLst/>
          </a:prstGeom>
          <a:noFill/>
          <a:ln w="19050">
            <a:solidFill>
              <a:srgbClr val="34B76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37160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your writing assignment in Canvas.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640080" y="2011680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Follow the writing prompt for today's workshop.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17</Slides>
  <Notes>17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17</vt:i4>
      </vt:variant>
    </vt:vector>
  </HeadingPairs>
  <TitlesOfParts>
    <vt:vector size="2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2026-07-11T14:32:39Z</dcterms:created>
  <dcterms:modified xsi:type="dcterms:W3CDTF">2026-07-11T14:32:39Z</dcterms:modified>
</cp:coreProperties>
</file>