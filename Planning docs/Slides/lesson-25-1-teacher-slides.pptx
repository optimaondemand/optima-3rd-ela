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25.1.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in a fantasy story slow down and pay attention to how the author builds the world . Details of setting, character, and pattern all work together to create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sentence in the lesson: She found night-time feet.
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Faun carried several brown-paper parcels, and his umbrella was white with snow. 
Look for: Capital T begins the sentence; The Faun is used as a title/name here (capital F); comma before and when joining two complete thoughts;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Faun carried several brown-paper parcels, and his umbrella was white with snow. 
Look for: Capital T begins the sentence; The Faun is used as a title/name here (capital F); comma before and when joining two complete thoughts;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Although, because, When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Although, because, When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Magic-e words: flute, stone, brave, globe | Short-vowel words: shop, frost, plum, grip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Magic-e words: flute, stone, brave, globe | Short-vowel words: shop, frost, plum, grip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Writer’s Workshop stage for the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🦁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Lion, the Witch and the Wardrobe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25.1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Loyalty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finds a whole world at the back of a wardrobe. Write about a place you wish had a door to somewhere else.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finds a whole world at the back of a wardrobe. Write about a place you wish had a door to somewhere else.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a capital letter at the start of each sentence?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 yourself in fantasy settings.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in a fantasy story slow down and pay attention to how the author builds the world . Details of setting, character, and pattern all work together to create meaning.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GRAMMAR POINTS IN THE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88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letter — every sentence begins with a capital.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105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verb — tells what happened.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340864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43230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Hyphenated compound word — two words joined with a hyphen.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962656"/>
            <a:ext cx="841248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5409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feet.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— ends the declarative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faun carried several brown-paper parcels and his umbrella was white with snow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faun carried several brown-paper parcels and his umbrella was white with snow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Faun carried several brown-paper parcels, and his umbrella was white with snow.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 begins the sentence; The Faun is used as a title/name here (capital F); comma before and when joining two complete thoughts;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INTER- MEANS BETWEEN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Prefix inter- means between.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Fill in the missing part after the prefix to build the word.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&amp; DISCOVER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inquisitive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melancholy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peculiar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SENTENCES INTRO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it was snowing, the lamp-post still glowed.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walked forward because she was curious.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Edmund stepped into the wardrobe, he heard nothing.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word that does NOT match the correct pattern.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SENTENCES INTRO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was snowing, the lamp-post still glowed.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Lucy walked forward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she was curious.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Edmund stepped into the wardrobe, he heard nothing.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3319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MAGIC-E / SILENT-E SYLLABLES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flute   ·   stone   ·   brave   ·   globe   ·   shop   ·   frost   ·   plum   ·   grip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Magic-e words  |  Short-vowel words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MAGIC-E / SILENT-E SYLLABLES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Magic-e words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Short-vowel words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frost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🪶  Writer’s Workshop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STAGE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Literary response: describe a fantasy setting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2026-09-09T12:44:18Z</dcterms:created>
  <dcterms:modified xsi:type="dcterms:W3CDTF">2026-09-09T12:44:18Z</dcterms:modified>
</cp:coreProperties>
</file>