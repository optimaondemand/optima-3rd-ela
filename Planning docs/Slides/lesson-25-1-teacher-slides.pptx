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25.1. Reading: Reading: Ch. 1–3.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She found night-time feet.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Faun carried several brown-paper parcels, and his umbrella was white with snow. 
Look for: Capital T begins the sentence; The Faun is used as a title/name here (capital F); comma before and when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Faun carried several brown-paper parcels, and his umbrella was white with snow. 
Look for: Capital T begins the sentence; The Faun is used as a title/name here (capital F); comma before and when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Although, because, When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Although, because, When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Magic-e words: flute, stone, brave, globe | Short-vowel words: shop, frost, plum, grip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Magic-e words: flute, stone, brave, globe | Short-vowel words: shop, frost, plum, grip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25.1  ·  Reading: Ch. 1–3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finds a whole world at the back of a wardrobe. Write about a place you wish had a door to somewhere else.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finds a whole world at the back of a wardrobe. Write about a place you wish had a door to somewhere else.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letter — every sentence begins with a capital.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verb — tells what happened.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night-time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Hyphenated compound word — two words joined with a hyphen.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feet.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— ends the declarative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Faun carried several brown-paper parcels, and his umbrella was white with snow.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begins the sentence; The Faun is used as a title/name here (capital F); comma before and when joining two complete thoughts;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inter- means between.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it was snowing, the lamp-post still glowed.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walked forward because she was curious.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stepped into the wardrobe, he heard nothing.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was snowing, the lamp-post still glowed.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walked forward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was curious.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Edmund stepped into the wardrobe, he heard nothing.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/ SILENT-E SYLLABLES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   ·   stone   ·   brave   ·   globe   ·   shop   ·   frost   ·   plum   ·   grip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Magic-e words  |  Short-vowel words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/ SILENT-E SYLLABLES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words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Short-vowel words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Orient yourself in fantasy settings.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an author make a brand-new world feel real to the reader?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Find two details Lewis uses to describe the snowy wood Lucy enters. Write them in your own words.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response: describe a fantasy setting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