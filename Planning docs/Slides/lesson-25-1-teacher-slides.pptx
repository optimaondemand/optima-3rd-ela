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25.1. Reading: 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aloud. Give students a moment to think before writing.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minutes of sustained writing. Stamina over polish. Do not correct spelling now.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fix only. Editing is conventions; revision is ideas. Name which one you are asking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or three volunteers. Praise something specific in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lens: Good readers in a fantasy story slow down and pay attention to how the author builds the world . Details of setting, character, and pattern all work together to create meaning.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sentence in the lesson: She found night-time feet.
Tap through each highlighted word in the lesson and name what it does right before moving to the fix-it.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Corrected: The Faun carried several brown-paper parcels, and his umbrella was white with snow. 
Look for: Capital T begins the sentence; The Faun is used as a title/name here (capital F); comma before and when joining two complete thoughts; period ends.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Corrected: The Faun carried several brown-paper parcels, and his umbrella was white with snow. 
Look for: Capital T begins the sentence; The Faun is used as a title/name here (capital F); comma before and when joining two complete thoughts; period ends.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 the word into base + word part. Ask what the part adds to the meaning.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word appears in the chapters read this week, in the author’s own sentence.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Although, because, When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Although, because, When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Magic-e words: flute, stone, brave, globe | Short-vowel words: shop, frost, plum, grip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Magic-e words: flute, stone, brave, globe | Short-vowel words: shop, frost, plum, grip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chapters, then return to the pause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Writer’s Workshop stage for the week.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3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82296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🦁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457200" y="169164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Lion, the Witch and the Wardrobe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23317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4A90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25.1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2880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B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3 ELA  ·  Virtue: Loyalty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10-Minute Write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143000"/>
            <a:ext cx="8412480" cy="1737360"/>
          </a:xfrm>
          <a:prstGeom prst="roundRect">
            <a:avLst>
              <a:gd name="adj" fmla="val 5263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71016"/>
            <a:ext cx="795528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Lucy finds a whole world at the back of a wardrobe. Write about a place you wish had a door to somewhere else.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30632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first. You will have five minutes to write.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Writing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73736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65376"/>
            <a:ext cx="795528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Lucy finds a whole world at the back of a wardrobe. Write about a place you wish had a door to somewhere else.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2918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stop to erase. If you get stuck, write the last word again and keep going.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 Edit &amp; Revise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14173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EDIT FOCUS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69164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1965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use a capital letter at the start of each sentence?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6517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 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capitals  ·  end punctuation  ·  circle a word you are unsure of  ·  read it aloud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🗣️  Share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100584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your hand  ·  paste it in the chat  ·  or hold your paper up to the camera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 Today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14984"/>
            <a:ext cx="8412480" cy="731520"/>
          </a:xfrm>
          <a:prstGeom prst="roundRect">
            <a:avLst>
              <a:gd name="adj" fmla="val 12500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43000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Orient yourself in fantasy settings.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18745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LENS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5760" y="2112264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in a fantasy story slow down and pay attention to how the author builds the world . Details of setting, character, and pattern all work together to create meaning.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GRAMMAR POINTS IN THE MODEL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54864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8872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letter — every sentence begins with a capital.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65760" y="1719072"/>
            <a:ext cx="841248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810512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 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verb — tells what happened.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65760" y="2340864"/>
            <a:ext cx="8412480" cy="54864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432304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night-time 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Hyphenated compound word — two words joined with a hyphen.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65760" y="2962656"/>
            <a:ext cx="841248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054096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feet. 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 — ends the declarative sentence.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FIX THIS ONE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faun carried several brown-paper parcels and his umbrella was white with snow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27889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the sentence correctly in your notebook.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FIX THIS ONE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faun carried several brown-paper parcels and his umbrella was white with snow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274320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E8F8E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66928" y="281635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CORRECTED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3072384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Corrected: The Faun carried several brown-paper parcels, and his umbrella was white with snow.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66928" y="3767328"/>
            <a:ext cx="8010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T begins the sentence; The Faun is used as a title/name here (capital F); comma before and when joining two complete thoughts; period ends.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Morphology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PREFIX INTER- MEANS BETWEEN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16152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Prefix inter- means between.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65760" y="1792224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8F4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11096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Fill in the missing part after the prefix to build the word.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🔤  Vocabulary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DECODE &amp; DISCOVER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inquisitive  </a:t>
            </a:r>
            <a:pPr indent="0" marL="0">
              <a:buNone/>
            </a:pP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2880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melancholy  </a:t>
            </a:r>
            <a:pPr indent="0" marL="0">
              <a:buNone/>
            </a:pP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56032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peculiar  </a:t>
            </a:r>
            <a:pPr indent="0" marL="0">
              <a:buNone/>
            </a:pPr>
            <a:endParaRPr lang="en-US" sz="1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 SENTENCES INTRO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Although it was snowing, the lamp-post still glowed.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Lucy walked forward because she was curious.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Edmund stepped into the wardrobe, he heard nothing.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365760" y="331927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the word that does NOT match the correct pattern.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 SENTENCES INTRO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Although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it was snowing, the lamp-post still glowed.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Lucy walked forward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because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she was curious.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Edmund stepped into the wardrobe, he heard nothing.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365760" y="331927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Answers revealed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MAGIC-E / SILENT-E SYLLABLES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BANK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353312"/>
            <a:ext cx="841248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9050">
            <a:solidFill>
              <a:srgbClr val="0E1C42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481328"/>
            <a:ext cx="7955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flute   ·   stone   ·   brave   ·   globe   ·   shop   ·   frost   ·   plum   ·   grip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51460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column does each word belong in?  Columns: Magic-e words  |  Short-vowel words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MAGIC-E / SILENT-E SYLLABLES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1078992"/>
            <a:ext cx="411480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13385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Magic-e words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11480" y="1591056"/>
            <a:ext cx="411480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02920" y="1700784"/>
            <a:ext cx="393192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flute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stone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brave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617720" y="1078992"/>
            <a:ext cx="411480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10" name="Text 8"/>
          <p:cNvSpPr/>
          <p:nvPr/>
        </p:nvSpPr>
        <p:spPr>
          <a:xfrm>
            <a:off x="4663440" y="113385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Short-vowel words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617720" y="1591056"/>
            <a:ext cx="411480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709160" y="1700784"/>
            <a:ext cx="393192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shop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frost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plum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grip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📕  Read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Today’s chapters</a:t>
            </a:r>
            <a:endParaRPr lang="en-US" sz="2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🪶  Writer’s Workshop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WEEK’S STAGE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BRAINSTORM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Literary response: describe a fantasy setting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Optima Academy Online</dc:creator>
  <cp:lastModifiedBy>Optima Academy Online</cp:lastModifiedBy>
  <cp:revision>1</cp:revision>
  <dcterms:created xsi:type="dcterms:W3CDTF">2026-09-08T13:30:01Z</dcterms:created>
  <dcterms:modified xsi:type="dcterms:W3CDTF">2026-09-08T13:30:01Z</dcterms:modified>
</cp:coreProperties>
</file>