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32 Day 2. Extension Unit.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explain what I would have done AND why?.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grammar point with students. These are the key patterns to notice before fixing the next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E5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🌟  Week 32 · Day 2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7E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Unit — Lesson 32.2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character from any book we read this year. Write about a moment when that character had to make a hard choice. What would YOU have done in their place?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character from any book we read this year. Write about a moment when that character had to make a hard choice. What would YOU have done in their place?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explain what I would have done AND why?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how reading skills have grown.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 you write a response that covers a whole character's journey using evidence from across the novel?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opening paragraph. Name your character, their novel, and your claim about which pillar is most important for them.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2646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Edmund's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Possessive — the journey belonging to Edmund.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5681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traitor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Noun — character in a low state; no capital.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8716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king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Common noun — lowercase (not used as title with a name here).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Adjective — modifies examples.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493008"/>
            <a:ext cx="8229600" cy="475488"/>
          </a:xfrm>
          <a:prstGeom prst="roundRect">
            <a:avLst>
              <a:gd name="adj" fmla="val 19231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0080" y="35478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year.</a:t>
            </a:r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Period — ends the sentence.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jemmys courage grew slowly throughout the whipping boy and by the end he had become someone even he didnt recognize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E67E22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jemmys courage grew slowly throughout the whipping boy and by the end he had become someone even he didnt recognize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16712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Jemmy's courage grew slowly throughout The Whipping Boy, and by the end he had become someone even he didn't recognize.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457200" y="28346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10896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Jemmy's = possessive; The Whipping Boy = italicized/underlined title (capitalize main words); comma before and; didn't = contraction;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Morphology reflection: word parts I know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Identify: Does this word use Year Review ?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the right thing even when no one is watching.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and sharing the feelings of another person.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ability to recover and keep going after difficulty.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7091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Continuing to try even when things are hard.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Week 32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 you write a response that covers a whole character's journey using evidence from across the novel?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opening paragraph. Name your character, their novel, and your claim about which pillar is most important for them.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32 · DRAFT Response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