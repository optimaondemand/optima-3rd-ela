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32.2.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Edmund's traitor king complete year.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Jemmy's courage grew slowly throughout The Whipping Boy, and by the end he had become someone even he didn't recognize. 
Look for: Jemmy's = possessive; The Whipping Boy = italicized/underlined title (capitalize main words); comma before and; didn't = contraction;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Jemmy's courage grew slowly throughout The Whipping Boy, and by the end he had become someone even he didn't recognize. 
Look for: Jemmy's = possessive; The Whipping Boy = italicized/underlined title (capitalize main words); comma before and; didn't = contraction;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when introduces the dependent clause — complex., Two complete thoughts joined by and — compound., One subject, one predicate — simple., Although introduces the dependent clause — complex.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when introduces the dependent clause — complex., Two complete thoughts joined by and — compound., One subject, one predicate — simple., Although introduces the dependent clause — complex.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🎉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Synthesis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32.2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Gratitude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virtue you have seen in a real person you know.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a virtue you have seen in a real person you know.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on how reading skills have grown.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Edmund's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Possessive — the journey belonging to Edmund.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traitor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 — character in a low state; no capital.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noun — lowercase (not used as title with a name here).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— modifies examples.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jemmys courage grew slowly throughout the whipping boy and by the end he had become someone even he didnt recognize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jemmys courage grew slowly throughout the whipping boy and by the end he had become someone even he didnt recognize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Jemmy's courage grew slowly throughout The Whipping Boy, and by the end he had become someone even he didn't recognize.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Jemmy's = possessive; The Whipping Boy = italicized/underlined title (capitalize main words); comma before and; didn't = contraction;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 REFLECTION: WORD PARTS I KNOW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 reflection: word parts I know. Look at each word carefully.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MATCH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right thing even when no one is watching.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and sharing the feelings of another person.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recover and keep going after difficulty.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perseverance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Continuing to try even when things are hard.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EDITING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Edmund's responsibility grew when he realized what his betrayal had cost.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was brave, and he never asked for recognition.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showed both courage and perseverance throughout the novel.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Stanley was flat, he used his situation to help others.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key word or pattern in each sentence. Think: what rule does it follow?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EDITING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Edmund's responsibility grew when he realized what his betrayal had cost.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was brave, and he never asked for recognition.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showed both courage and perseverance throughout the novel.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Stanley was flat, he used his situation to help others.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2026-09-08T13:30:01Z</dcterms:created>
  <dcterms:modified xsi:type="dcterms:W3CDTF">2026-09-08T13:30:01Z</dcterms:modified>
</cp:coreProperties>
</file>