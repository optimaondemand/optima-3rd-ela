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22.1. Reading: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can look back at an entire novel and trace how characters grow. Today we think about the whole book and compare Jemmy and Prince Brat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Betsy laughed, "Hurrah!" and bowed toward the king. 
Look for: Capital B on Betsy; comma after laughed; opening quotation mark; capital H on Hurrah; exclamation mark inside the closing quote; lowercase and;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Betsy laughed, "Hurrah!" and bowed toward the king. 
Look for: Capital B on Betsy; comma after laughed; opening quotation mark; capital H on Hurrah; exclamation mark inside the closing quote; lowercase and;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They, She, They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They, She, They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closed/r-controlled syllables: forgotten, servant, determined | Contains open or silent-e: expected, powerful, adventure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closed/r-controlled syllables: forgotten, servant, determined | Contains open or silent-e: expected, powerful, adventure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22.1  ·  Characters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boys are different by the end. Write about which one changed more, and how you know.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boys are different by the end. Write about which one changed more, and how you know.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commas between the items in a list?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can look back at an entire novel and trace how characters grow. Today we think about the whole book and compare Jemmy and Prince Brat side by side.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can look back at an entire novel and trace how characters grow. Today we think about the whole book and compare Jemmy and Prince Brat side by side.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said, "Gaw!" and walked toward the golden doors.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laughed hurrah and bowed toward the 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laughed hurrah and bowed toward the king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Betsy laughed, "Hurrah!" and bowed toward the king.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 on Betsy; comma after laughed; opening quotation mark; capital H on Hurrah; exclamation mark inside the closing quote; lowercase and;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PORT MEANS CARRY + SPECT MEANS LOOK (DAY 1)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transport — carry across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import — carry in from another place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respect — to look at with admiration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suspect — to look at with doubt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completely change from one form into another.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at two things side by side for sameness and difference.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point out the differences between two things.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grow and change over time; how a character develops.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REVIEW (DAY 1: DEFINE AND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called to but the prince kept walking.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reached the city by afternoon.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trained her bear to obey a whistle.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shook hands, which was not allowed.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 REVIEW (DAY 1: DEFINE AND IDENTIFY)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called to but the prince kept walking.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reached the city by afternoon.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her bear to obey a whistle.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shook hands, which was not allowed.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1: DIVIDE AND DECODE)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  ·   servant   ·   determined   ·   expected   ·   powerful   ·   adventure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Mostly closed/r-controlled syllables  |  Contains open or silent-e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DECODING (DAY 1: DIVIDE AND DECODE)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closed/r-controlled syllables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open or silent-e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about Jemmy at the start (Chapter 1) vs. the end (Chapter 20). What is the most important thing that changed?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Think about Prince Brat: one thing that changed, and one thing that stayed the same.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