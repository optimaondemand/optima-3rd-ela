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We've finished The Whipping Boy! This week we dig deep — compare, reflect, perform, and celebrate.
TODAY: Character comparison — Jemmy and Prince Brat, beginning vs. end.
BIG Q: Can two people who seem completely different actually be more alike than they realize?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"betsy laughed hurrah and bowed toward the king"
Corrected: "Betsy laughed, "Hurrah!" and bowed toward the king."
Errors: Capital B on Betsy; comma after laughed; opening quotation mark; capital H on Hurrah; exclamation mark inside the closing quote; lowercase and;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"betsy laughed hurrah and bowed toward the king"
Corrected: "Betsy laughed, "Hurrah!" and bowed toward the king."
Errors: Capital B on Betsy; comma after laughed; opening quotation mark; capital H on Hurrah; exclamation mark inside the closing quote; lowercase and;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transport — carry across | import — carry in from another place | respect — to look at with admiration | suspect — to look at with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transform: To completely change from one form into another. | compare: To look at two things side by side for sameness and difference. | contrast: To point out the differences between two things. | develop: To grow and change over time; how a character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called out, [but] the prince kept walking." → but | "The king stood [at the window]." → at the window | "They laughed together, [and] it felt strange." → and | "Betsy waved [from across the field]." → from across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called out, [but] the prince kept walking." → but | "The king stood [at the window]." → at the window | "They laughed together, [and] it felt strange." → and | "Betsy waved [from across the field]." → from across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Mostly closed/r-controlled syllables: forgotten, servant, determined | Contains open or silent-e: expected, powerful, adventure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Mostly closed/r-controlled syllables: forgotten, servant, determined | Contains open or silent-e: expected, powerful, adventure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When The Whipping Boy sees Jeremy tangled in string and the cat coming, she could have run. She stays and unties him instead. Later, Nicodemus and the rats agree to move her cinderblock house — a dangerous, hours-long job — because she asked for help.
Think about Jemmy at the start (Chapter 1) vs. the end (Chapter 20). What is the most important thing that changed?
Think about Prince Brat: one thing that changed, and one thing that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Compare &amp; Present
Focus: Compare Jemmy and Prince Brat. How did each change? What does Fleischman want us to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22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22  ·  Virtue: Gratitude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We've finished The Whipping Boy! This week we dig deep — compare, reflect, perform, and celebrate.</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Character comparison — Jemmy and Prince Brat, beginning vs. end.</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Can two people who seem completely different actually be more alike than they realize?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can look back at an entire novel and trace how characters grow. Today we think about the whole book and com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said, "Gaw!" and walked toward the golden doors.</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laughed hurrah and bowed toward the king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B on Betsy; comma after laughed; opening quotation mark; capital H on Hurrah; exclamation mark inside the closing quote; lowercase and;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laughed hurrah and bowed toward the king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B on Betsy; comma after laughed; opening quotation mark; capital H on Hurrah; exclamation mark inside the closing quote; lowercase and;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Betsy laughed, "Hurrah!" and bowed toward the king.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Review</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transport — carry across</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import — carry in from another place</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respect — to look at with admiration</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suspect — to look at with doubt</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transform   ·   compare   ·   contrast   ·   develop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transform</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completely change from one form into another.</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compare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look at two things side by side for sameness and difference.</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contrast</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point out the differences between two things.</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develop</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grow and change over time; how a character develops.</a:t>
            </a:r>
            <a:endParaRPr lang="en-US" sz="1200" dirty="0"/>
          </a:p>
        </p:txBody>
      </p:sp>
      <p:sp>
        <p:nvSpPr>
          <p:cNvPr id="17" name="Text 15"/>
          <p:cNvSpPr/>
          <p:nvPr/>
        </p:nvSpPr>
        <p:spPr>
          <a:xfrm>
            <a:off x="365760" y="4251960"/>
            <a:ext cx="8412480" cy="38404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Read the sentence in the book. Look at word parts. Then flip the card.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&amp; Prepositions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called out, _____ the prince kept walking.</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stood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laughed together, _____ it felt strange.</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waved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&amp; Prepositions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called out,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 prince kept walking.</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stood </a:t>
            </a:r>
            <a:pPr indent="0" marL="0">
              <a:buNone/>
            </a:pPr>
            <a:r>
              <a:rPr lang="en-US" sz="1500" b="1" u="sng" dirty="0">
                <a:solidFill>
                  <a:srgbClr val="34B76F"/>
                </a:solidFill>
                <a:latin typeface="Calibri" pitchFamily="34" charset="0"/>
                <a:ea typeface="Calibri" pitchFamily="34" charset="-122"/>
                <a:cs typeface="Calibri" pitchFamily="34" charset="-120"/>
              </a:rPr>
              <a:t>at the window</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laughed together,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it felt strange.</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waved </a:t>
            </a:r>
            <a:pPr indent="0" marL="0">
              <a:buNone/>
            </a:pPr>
            <a:r>
              <a:rPr lang="en-US" sz="1500" b="1" u="sng" dirty="0">
                <a:solidFill>
                  <a:srgbClr val="34B76F"/>
                </a:solidFill>
                <a:latin typeface="Calibri" pitchFamily="34" charset="0"/>
                <a:ea typeface="Calibri" pitchFamily="34" charset="-122"/>
                <a:cs typeface="Calibri" pitchFamily="34" charset="-120"/>
              </a:rPr>
              <a:t>from across the field</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1: Divide and decode)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forgotten   ·   servant   ·   determined   ·   expected   ·   powerful   ·   adventure</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Mostly closed/r-controlled syllables</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Contains open or silent-e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1: Divide and decode)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Mostly closed/r-controlled syllables</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forgotten</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servant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determined</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Contains open or silent-e</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expected</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powerful</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adventure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Today's Chapters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Think about Jemmy at the start (Chapter 1) vs. the end (Chapter 20). What is the most important thing that changed?</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Think about Prince Brat: one thing that changed, and one thing that stayed the same.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Compare &amp; Present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Compare Jemmy and Prince Brat. How did each change? What does Fleischman want us to understand?</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"At the beginning, ___ is ___. By the end, ___ is ___. Fleischman teaches us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