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25 Day 3.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what I did when no one believed me?.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25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25.3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tells her brothers and sister about Narnia, but no one believes her. Write about a time you told the truth and someone did not believe you. What did you do?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tells her brothers and sister about Narnia, but no one believes her. Write about a time you told the truth and someone did not believe you. What did you do?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what I did when no one believed me?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If you were writing about a fantasy world, what details would you use to make it feel real?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detail from Ch. 1 that appeals to TOUCH and one that appeals to SOUND. Write the words and explain what each one shows.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Lucy coats, she light.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found the lamp-post he remembered what lucy had told him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found the lamp-post he remembered what lucy had told him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begins the dependent clause; comma after lamp-post separates it from the main clause; Edmund and Lucy are proper nouns (capitals);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inter- means between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Apply: Build words using inter-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If you were writing about a fantasy world, what details would you use to make it feel real?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one detail from Ch. 1 that appeals to TOUCH and one that appeals to SOUND. Write the words and explain what each one shows.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“She immediately stepped in and got among the coats and rubbed her face against them, leaving the door open, of course, because she knew that it is a very silly thing to shut oneself into a wardrobe.”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long sentence with narrator's voice embedded mid-action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steps into the wardrobe and something magical begins. She keeps the door open because she's sensible about it. What does this tell you about who Lucy is — is she careful or reckless? Brave or cautious?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one very long sentence with many actions in it. But in the middle, Lewis adds  "of course, because she knew..."  — the narrator's thought slips right into the action. Try removing that part. What do we learn about Lucy's character when Lewis includes it?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25 · DRAFT Evidence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