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25.3. Reading: Reading: Ch. 1–3.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in a fantasy story slow down and pay attention to how the author builds the world . Details of setting, character, and pattern all work together to create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sentence in the lesson: When Lucy coats, she light.
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When Edmund found the lamp-post, he remembered what Lucy had told him. 
Look for: When begins the dependent clause; comma after lamp-post separates it from the main clause; Edmund and Lucy are proper nouns (capitals);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When Edmund found the lamp-post, he remembered what Lucy had told him. 
Look for: When begins the dependent clause; comma after lamp-post separates it from the main clause; Edmund and Lucy are proper nouns (capitals);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🦁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Lion, the Witch and the Wardrobe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25.3  ·  Reading: Ch. 1–3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Loyalty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Tumnus is kind and frightened at the same time. Write about a time you were both.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Tumnus is kind and frightened at the same time. Write about a time you were both.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end each sentence with the right punctuation mark?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 Ch. 1–3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 yourself in fantasy settings.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GRAMMAR POINTS IN THE MODEL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88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word — begins the dependent clause.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19072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1051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Lucy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 noun — capital L.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340864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43230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coats,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 — separates dependent clause from main clause.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2962656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05409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Pronoun — refers back to Lucy.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edmund found the lamp-post he remembered what lucy had told him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edmund found the lamp-post he remembered what lucy had told him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When Edmund found the lamp-post, he remembered what Lucy had told him.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begins the dependent clause; comma after lamp-post separates it from the main clause; Edmund and Lucy are proper nouns (capitals); period ends.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INTER- MEANS BETWEEN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Match each clue to the correct word that uses this week's word part.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inquisitive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Lucy was very ______ about the snowy world and wanted to explore every corner of it.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melancholy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Tumnus had a ______ look on his face, as though he knew something sad was coming.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peculiar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glowing lamp-post in the middle of a dark forest was truly ______ — nothing Lucy had ever seen before.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SENTENCES INTRO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felt ashamed because _____.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children stepped into Narnia, _____.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65760" y="258775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one of your own complex sentences about the story. Use a sentence frame below or write your own.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SENTENCES INTRO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felt ashamed because _____.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children stepped into Narnia, _____.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65760" y="258775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 Ch. 1–3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71907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Orient yourself in fantasy settings.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As you read today, ask yourself: If you were writing about a fantasy world, what details would you use to make it feel real?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Find one detail from Ch. 1 that appeals to TOUCH and one that appeals to SOUND. Write the words and explain what each one shows.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2026-09-07T02:45:02Z</dcterms:created>
  <dcterms:modified xsi:type="dcterms:W3CDTF">2026-09-07T02:45:02Z</dcterms:modified>
</cp:coreProperties>
</file>