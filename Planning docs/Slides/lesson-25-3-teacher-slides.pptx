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25.3.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When Lucy coats, she light.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When Edmund found the lamp-post, he remembered what Lucy had told him. 
Look for: When begins the dependent clause; comma after lamp-post separates it from the main clause; Edmund and Lucy are proper nouns (capitals);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When Edmund found the lamp-post, he remembered what Lucy had told him. 
Look for: When begins the dependent clause; comma after lamp-post separates it from the main clause; Edmund and Lucy are proper nouns (capitals);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25.3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Tumnus is kind and frightened at the same time. Write about a time you were both.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Tumnus is kind and frightened at the same time. Write about a time you were both.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yourself in fantasy settings.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word — begins the dependent clause.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coats,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— separates dependent clause from main clause.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— refers back to Lucy.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edmund found the lamp-post he remembered what lucy had told him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edmund found the lamp-post he remembered what lucy had told him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When Edmund found the lamp-post, he remembered what Lucy had told him.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begins the dependent clause; comma after lamp-post separates it from the main clause; Edmund and Lucy are proper nouns (capitals);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INTER- MEANS BETWEEN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Match each clue to the correct word that uses this week's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inquisitive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was very ______ about the snowy world and wanted to explore every corner of it.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melancholy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Tumnus had a ______ look on his face, as though he knew something sad was coming.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peculiar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glowing lamp-post in the middle of a dark forest was truly ______ — nothing Lucy had ever seen before.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SENTENCES INTRO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felt ashamed because _____.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children stepped into Narnia, _____.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5877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of your own complex sentences about the story. Use a sentence frame below or write your own.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SENTENCES INTRO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felt ashamed because _____.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children stepped into Narnia, _____.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5877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