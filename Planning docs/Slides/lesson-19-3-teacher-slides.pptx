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8–9: Jemmy wrote the ransom note — but also tried to trick the outlaws. The prince did something unexpected.
TODAY: Ch. 10–11: The prince refuses to go home. Watch him carefully.
BIG Q: The prince refuses to go home even when he has the chance. What does this tell you about his real feelings?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was furious for a long time"
Corrected: "The prince was furious for a long time."
Errors: Capital T on The; period at the end. This is narration — no quotation marks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was furious for a long time"
Corrected: "The prince was furious for a long time."
Errors: Capital T on The; period at the end. This is narration — no quotation marks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bolder — more bold | cleverer — more clever | speaker — one who speaks | tricker — one who tricks | The prince&amp;rsquo;smulishness — made even the outlaws want to give up and go home. | The boy crossed his arms and gave adefiant — look, refusing to say a single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mulishness: Stubborn refusal to obey; acting like a mule. | defiant: Boldly refusing to obey; standing firm against authority. | parley: A private conversation between two sides, often enemies. | contrary: Always doing the opposite; hard to deal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prince refused to go, [so] everyone was stuck." → so | "Jemmy urged him to leave, [but] the prince shook his head." → but | "The outlaws grew angry, [and] the situation got worse." → and | "Jemmy saw the chance to escape, [but] the prince ruined it."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prince refused to go, [so] everyone was stuck." → so | "Jemmy urged him to leave, [but] the prince shook his head." → but | "The outlaws grew angry, [and] the situation got worse." → and | "Jemmy saw the chance to escape, [but] the prince ruined it."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1st syllable: opened, bacon, lady, over, fever, spoken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1st syllable: opened, bacon, lady, over, fever, spoken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10–11
When The Whipping Boy sees Jeremy tangled in string and the cat coming, she could have run. She stays and unties him instead. Later, Nicodemus and the rats agree to move her cinderblock house — a dangerous, hours-long job — because she asked for help.
Chapter 10: the prince refuses to deliver the crown. What reason does he give?
Chapter 11: the prince makes a surprising choice when Cutwater threatens Jemmy. What does he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"He could have run. He knew a dozen ways out of these woods. But his feet would not move."
Craft: three short sentences building pressure; physical reaction at the end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Add Reasons
Focus: Opinion: add at least one reason with a "because" or "for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19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10–11</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In which Prince Brat lives up to his name; Containing a great deal of </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19  ·  Virtue: Fairness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8–9: Jemmy wrote the ransom note — but also tried to trick the outlaws. The prince did something unexpected.</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10–11: The prince refuses to go home. Watch him carefully.</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The prince refuses to go home even when he has the chance. What does this tell you about his real feelings?</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notice when a character changes — even slightly. Watch Prince Brat in Chapter 11. He makes a surprising cho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was speechless for a moment.</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was furious for a long time</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period at the end. This is narration — no quotation marks needed.</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was furious for a long time</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period at the end. This is narration — no quotation marks needed.</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prince was furious for a long time.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bolder — more bold</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cleverer — more clever</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speaker — one who speaks</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tricker — one who tricks</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mulishness   ·   defiant   ·   parley   ·   contrary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mulishness</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Stubborn refusal to obey; acting like a mule.</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defiant</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Boldly refusing to obey; standing firm against authority.</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parley</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private conversation between two sides, often enemies.</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contrary</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Always doing the opposite; hard to deal with.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(Use)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refused to go, _____ everyone was stuck.</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urged him to leave, _____ the prince shook his head.</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outlaws grew angry, _____ the situation got worse.</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saw the chance to escape, _____ the prince ruined it.</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(Use)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refused to go,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everyone was stuck.</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urged him to leave,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the prince shook his head.</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outlaws grew angry,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the situation got worse.</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saw the chance to escape,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the prince ruined 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(Day 3: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opened   ·   bacon   ·   lady   ·   over   ·   fever   ·   spoken</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Open 1st syllable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(Day 3: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2468880"/>
          </a:xfrm>
          <a:prstGeom prst="roundRect">
            <a:avLst>
              <a:gd name="adj" fmla="val 3704"/>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Open 1st syllable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opened</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bacon</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lady</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over</a:t>
            </a:r>
            <a:endParaRPr lang="en-US" sz="1400" dirty="0"/>
          </a:p>
        </p:txBody>
      </p:sp>
      <p:sp>
        <p:nvSpPr>
          <p:cNvPr id="13" name="Text 11"/>
          <p:cNvSpPr/>
          <p:nvPr/>
        </p:nvSpPr>
        <p:spPr>
          <a:xfrm>
            <a:off x="594360" y="2852928"/>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fever</a:t>
            </a:r>
            <a:endParaRPr lang="en-US" sz="1400" dirty="0"/>
          </a:p>
        </p:txBody>
      </p:sp>
      <p:sp>
        <p:nvSpPr>
          <p:cNvPr id="14" name="Text 12"/>
          <p:cNvSpPr/>
          <p:nvPr/>
        </p:nvSpPr>
        <p:spPr>
          <a:xfrm>
            <a:off x="594360" y="320040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spoken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10–11</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In which Prince Brat lives up to his name; Containing a great deal of shouting</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Chapter 10: the prince refuses to deliver the crown. What reason does he give?</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Chapter 11: the prince makes a surprising choice when Cutwater threatens Jemmy. What does he do?</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"He could have run. He knew a dozen ways out of these woods. But his feet would not move."</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three short sentences building pressure; physical reaction at the end</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19</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Add Reasons</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add at least one reason with a "because" or "for example."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reason is that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"For example, in Chapter ___, ___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