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19.3. Reading: Ch. 10–11.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when a character changes — even slightly. Watch Prince Brat in Chapter 11. He makes a surprising choice.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was furious for a long time. 
Look for: Capital T on The; period at the end. This is narration — no quotation marks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was furious for a long time. 
Look for: Capital T on The; period at the end. This is narration — no quotation marks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but, and, so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but, and, so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1st syllable: opened, bacon, lady, over, fever, spoken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1st syllable: opened, bacon, lady, over, fever, spoken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19.3  ·  Ch. 10–11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and Cutwater are frightening but foolish. Write about a time something scary turned out to be silly.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and Cutwater are frightening but foolish. Write about a time something scary turned out to be silly.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10–11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 character changes — even slightly. Watch Prince Brat in Chapter 11. He makes a surprising choice. Why?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a character changes — even slightly. Watch Prince Brat in Chapter 11. He makes a surprising choice. Why?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was speechless for a moment.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furious for a long time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was furious for a long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prince was furious for a long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period at the end. This is narration — no quotation marks needed.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-ER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bolder — more bold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cleverer — more clever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speaker — one who speaks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tricker — one who tricks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mulishness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defiant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parley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contrary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3: USE IN WRITING)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refused to go, everyone was stuck.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wouldn't budge, but Jemmy tried to reason with him.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paced the hut, and garlic filled the air.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outlaws went outside, so the boys talked alone.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3: USE IN WRITING)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refused to go, everyone was stuck.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wouldn't budge,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Jemmy tried to reason with him.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paced the hut,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garlic filled the air.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outlaws went outside,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boys talked alone.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(DAY 3: APPLY)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  ·   bacon   ·   lady   ·   over   ·   fever   ·   spoken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Open 1st syllable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(DAY 3: APPLY)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1st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8321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81381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10–11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notice when a character changes — even slightly. Watch Prince Brat in Chapter 11. He makes a surprising choice. Why?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