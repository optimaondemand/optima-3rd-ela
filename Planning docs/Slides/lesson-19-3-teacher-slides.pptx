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19 Day 3.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what I expected AND what actually happened?.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19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19.3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cannot tell who is the real prince because they expect a prince to act a certain way. Have you ever been surprised by someone who did not look or act the way you expected? Write about that moment.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cannot tell who is the real prince because they expect a prince to act a certain way. Have you ever been surprised by someone who did not look or act the way you expected? Write about that moment.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what I expected AND what actually happened?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 character changes — even slightly. Watch Prince Brat in Chapter 11. He makes a surprising choice. Why?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 character changes — even slightly. Watch Prince Brat in Chapter 11. He makes a surprising choice. Why?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speechless for a moment.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furious for a long time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furious for a long time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furious for a long time.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period at the end. This is narration — no quotation marks needed.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-er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bold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clever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speaks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tricks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mulishness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Stubborn refusal to obey; acting like a mule.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Boldly refusing to obey; standing firm against authority.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parley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conversation between two sides, often enemies.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doing the opposite; hard to deal with.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3: Use in writing)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refused to go, so everyone was stuck.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wouldn't budge, but Jemmy tried to reason with him.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paced the hut, and garlic filled the air.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went outside, so the boys talked alone.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3: Use in writing)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wouldn't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outlaws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(Day 3: Apply)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    bacon     lady     over     fever     spoken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2nd syllable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(Day 3: Apply)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2nd syllable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10–11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could have run. He knew a dozen ways out of these woods. But his feet would not move.”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three short sentences building pressure; physical reaction at the 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has every ability to escape. He knows how. But he doesn't go. What is stopping him — his feet, or something inside him? What do you think has changed in him by this point?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short sentences — all punchy, all factual. The first two tell us what he could do. Then  "But"  stops everything. And the third sentence ends with a physical reaction: his  feet  won't move. Why name the feet instead of saying  "he didn't want to run" 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19 · Add Reasons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