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3.3. Reading: Chapter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how events affect characters . When something important happens, it changes what a character feels, thinks, or decides to do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“It’s working ! It’s working !” shouted Arthur as he kept pumping air into his brother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“It’s working ! It’s working !” shouted Arthur as he kept pumping air into his brother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fell, slid, laughed,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fell, slid, laughed,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silent-e: spoke, shame, brave, shake | closed: pump, held, left, kept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silent-e: spoke, shame, brave, shake | closed: pump, held, left, kept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3.3  ·  Chapter 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has a good idea that saves the day. Write about a good idea you had once.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has a good idea that saves the day. Write about a good idea you had once.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cries and asks Stanley to tell him what’s wrong. What does this scene tell you about Arthur as a brother?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how events affect characters . When something important happens, it changes what a character feels, thinks, or decides to do next.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“Oh, Stanley,” Arthur said. He dried his tears. “Please tell me what’s wrong.”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working its working shouted arthur as he kept pumping air into his brother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“Oh, Stanley,” Arthur said. He dried his tears. “Please tell me what’s wrong.”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working its working shouted arthur as he kept pumping air into his brother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“It’s working ! It’s working !” shouted Arthur as he kept pumping air into his brother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UN- MEANS NOT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un- + happy = unhappy — not happy — just like Stanley at the start of Chapter 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un- + wrap = unwrap — to take the wrapping off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Find the Base Word!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IN CONTEXT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gloomy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PREDICATE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fell during the night.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slid under the door.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laughed together.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hurried into the room.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first word of the predicate — where the sentence starts telling what happened. Tap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PREDICATE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night.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 the door.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brothers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laughed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together.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room.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VOWELS AND SILENT-E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   ·   shame   ·   brave   ·   shake   ·   pump   ·   held   ·   left   ·   kept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silent-e  |  closed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VOWELS AND SILENT-E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silent-e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““Thank you, Arthur,” Stanley said. “Thank you very much.””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Arthur cries and asks Stanley to tell him what’s wrong. What does this scene tell you about Arthur as a brother?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craft: strong verbs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2026-09-07T02:56:15Z</dcterms:created>
  <dcterms:modified xsi:type="dcterms:W3CDTF">2026-09-07T02:56:15Z</dcterms:modified>
</cp:coreProperties>
</file>