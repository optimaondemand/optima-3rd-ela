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3 Day 3. Flat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stay in Arthur's voice the whole time, not switch to my own?.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8A317"/>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3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F5D76E"/>
                </a:solidFill>
                <a:latin typeface="Calibri" pitchFamily="34" charset="0"/>
                <a:ea typeface="Calibri" pitchFamily="34" charset="-122"/>
                <a:cs typeface="Calibri" pitchFamily="34" charset="-120"/>
              </a:rPr>
              <a:t>Flat Stanley — Lesson 3.3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Arthur uses a bicycle pump to blow Stanley back to normal. Think about it from Arthur's point of view. How do you think Arthur felt about his brother being flat? Was he jealous? Worried? Glad to have him back? Write what Arthur might say to a friend about the whole experience.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Arthur uses a bicycle pump to blow Stanley back to normal. Think about it from Arthur's point of view. How do you think Arthur felt about his brother being flat? Was he jealous? Worried? Glad to have him back? Write what Arthur might say to a friend about the whole experience.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stay in Arthur's voice the whole time, not switch to my own?</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Arthur cries and asks Stanley to tell him what’s wrong. What does this scene tell you about Arthur as a brother?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“Oh, Stanley,” Arthur said. He dried his tears. “Please tell me what’s wrong.”</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its working its working shouted arthur as he kept pumping air into his brother</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its working its working shouted arthur as he kept pumping air into his brother</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"It&amp;rsquo;s working ! It&amp;rsquo;s working !" shouted Arthur as he kept pumping air into his brother .</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Prefix un- means not</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happy</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fair</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pump</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celebrate</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REVIEW WORDS</a:t>
            </a:r>
            <a:endParaRPr lang="en-US" sz="1100" dirty="0"/>
          </a:p>
        </p:txBody>
      </p:sp>
      <p:sp>
        <p:nvSpPr>
          <p:cNvPr id="5" name="Shape 3"/>
          <p:cNvSpPr/>
          <p:nvPr/>
        </p:nvSpPr>
        <p:spPr>
          <a:xfrm>
            <a:off x="457200" y="1371600"/>
            <a:ext cx="8229600" cy="731520"/>
          </a:xfrm>
          <a:prstGeom prst="roundRect">
            <a:avLst>
              <a:gd name="adj" fmla="val 12500"/>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63040"/>
            <a:ext cx="7863840" cy="548640"/>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gloomy   •   brave   •   pump   •   celebrate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Long vowels and silent-e review</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spoke     shame     brave     shake     pump     held     left     kept</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silent-e</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Long vowels and silent-e review — Sorted</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silent-e</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spoke</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shame</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brave</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shake</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pump</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held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left</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kept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Chapter 5</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5" name="Shape 3"/>
          <p:cNvSpPr/>
          <p:nvPr/>
        </p:nvSpPr>
        <p:spPr>
          <a:xfrm>
            <a:off x="457200" y="13258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4356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“Thank you, Arthur,” Stanley said. “Thank you very much.”</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“Arthur had an idea.”</a:t>
            </a:r>
            <a:endParaRPr lang="en-US" sz="1800" dirty="0"/>
          </a:p>
        </p:txBody>
      </p:sp>
      <p:sp>
        <p:nvSpPr>
          <p:cNvPr id="6" name="Shape 4"/>
          <p:cNvSpPr/>
          <p:nvPr/>
        </p:nvSpPr>
        <p:spPr>
          <a:xfrm>
            <a:off x="457200" y="164592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640080" y="169164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Right before this sentence, Stanley is miserable. Everything changes in three words. What do you feel when you read “Arthur had an idea”? Why is this moment important for the story?</a:t>
            </a:r>
            <a:endParaRPr lang="en-US" sz="1400" dirty="0"/>
          </a:p>
        </p:txBody>
      </p:sp>
      <p:sp>
        <p:nvSpPr>
          <p:cNvPr id="8" name="Shape 6"/>
          <p:cNvSpPr/>
          <p:nvPr/>
        </p:nvSpPr>
        <p:spPr>
          <a:xfrm>
            <a:off x="457200" y="230428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640080" y="235000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This is one of the shortest sentences in the whole chapter — only three words. The author could have written:  “Then Arthur suddenly thought of a wonderful plan.”  Why do you think the shorter sentence works better here?</a:t>
            </a:r>
            <a:endParaRPr lang="en-US" sz="1400" dirty="0"/>
          </a:p>
        </p:txBody>
      </p:sp>
      <p:sp>
        <p:nvSpPr>
          <p:cNvPr id="10" name="Shape 8"/>
          <p:cNvSpPr/>
          <p:nvPr/>
        </p:nvSpPr>
        <p:spPr>
          <a:xfrm>
            <a:off x="457200" y="296265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640080" y="300837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three-word (or very short) sentence that changes the mood of a story. It should feel like a turning point.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Reading-Writing Connection (RWM)</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