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W4D4: Reading: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read informational text about museums. We compared the Famous Museum in the story to real museums.
Today: Compare the fictional story to the nonfiction texts — what's the same? What's different?
Big Q: Mrs. Lambchop says it's wrong to dislike people for how they look. How does Stanley's whole story support that message?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“Shame on them,” Mrs. Lambchop said. “It is wrong to dislike people for their shapes.”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perhaps people cant help staring at what is different said mrs lambchop but they can try to be kind
Answer: “Perhaps people can’t help staring at what is different,” said Mrs. Lambchop, “but they can try to be kind.”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perhaps people cant help staring at what is different said mrs lambchop but they can try to be kind
Answer: “Perhaps people can’t help staring at what is different,” said Mrs. Lambchop, “but they can try to be kind.”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Poetry: Different is Fine
Flat or round, short or tall,
Square or bumpy, big or small.
Every shape has things to give —
Different is a way to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W4D4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W4D4: airmail, insurance, expensive, postcard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W4D4
Lambchop → proper
family → common
Dr. Dan → proper
doctor → common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W4D4
Lambchop → proper
family → common
Dr. Dan → proper
doctor → common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W4D4
{"ai":["train","brain"],"ay":["play","stray"],"oa":["coat","float"],"ow":["snow","glow"]}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W4D4
{"ai":["train","brain"],"ay":["play","stray"],"oa":["coat","float"],"ow":["snow","glow"]}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Reading:
WGRD: Mrs. Lambchop says it’s wrong to dislike people for how they look. How does Stanley’s experience connect to this message?
Pause: Mrs. Lambchop says it’s wrong to dislike people for how they look. How does Stanley’s experience connect to this message?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Comprehension:
Q1: What message does Mrs. Lambchop share at the end of the book about being different?
Q2: Compare the Flat Stanley story with one extension text you read this week. What is the same? What is different?
Q3: What is one lesson from Flat Stanley that connects to real life? Explain.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W4D4: REVISE &amp; EDIT
Today: EXPLAIN. Reread your revised narrative. Write 2–3 sentences: What changed from your first draft? What are you most proud of?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 ·  DAY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 ·  Virtue: Curiosity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 + Today's Focus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WE...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informational text about museums. We compared the Famous Museum in the story to real museums.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956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86000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fictional story to the nonfiction texts — what's the same? What's different?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" y="2980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8412480" cy="841248"/>
          </a:xfrm>
          <a:prstGeom prst="roundRect">
            <a:avLst>
              <a:gd name="adj" fmla="val 1087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328416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says it's wrong to dislike people for how they look. How does Stanley's whole story support that message?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“Shame on them,” Mrs. Lambchop said. “It is wrong to dislike people for their shapes.”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Two separate pieces of dialogue, each in its own quotation marks. The period after said ends the first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perhaps people cant help staring at what is different said mrs lambchop but they can try to be kind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perhaps people cant help staring at what is different said mrs lambchop but they can try to be kind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3639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“Perhaps people can’t help staring at what is different,” said Mrs. Lambchop, “but they can try to be kind.”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Poetry Corner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8412480" cy="2834640"/>
          </a:xfrm>
          <a:prstGeom prst="roundRect">
            <a:avLst>
              <a:gd name="adj" fmla="val 3226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960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is Fine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poem for Flat Stanley readers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719072"/>
            <a:ext cx="7315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or round, short or tall,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 or bumpy, big or small.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shape has things to give —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is a way to live.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7673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4041648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411480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poem says "Different is a way to live." How does Stanley's story show this? Can you think of a time when being different helped someone?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Explain — Match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BASE OR PAIR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972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reread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297680" y="10972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937760" y="10972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0972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20574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297680" y="20574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937760" y="20574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0574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65760" y="30175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30175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297680" y="30175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937760" y="30175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30175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65760" y="397764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760" y="397764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unkind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297680" y="397764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937760" y="397764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937760" y="397764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365760" y="493776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65760" y="493776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airmail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297680" y="493776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937760" y="493776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937760" y="493776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365760" y="58978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65760" y="58978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4297680" y="58978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4937760" y="58978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937760" y="58978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365760" y="68580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6858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4297680" y="68580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4937760" y="68580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937760" y="6858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365760" y="78181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78181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4297680" y="78181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4937760" y="78181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937760" y="78181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Choice Board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BOARD — Pick ONE word. Write its definition + a sentence.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206240" cy="1664208"/>
          </a:xfrm>
          <a:prstGeom prst="roundRect">
            <a:avLst>
              <a:gd name="adj" fmla="val 54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" y="1170432"/>
            <a:ext cx="3877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airmail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30352" y="157276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sent by airplane.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2249424"/>
            <a:ext cx="3877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078992"/>
            <a:ext cx="4206240" cy="1664208"/>
          </a:xfrm>
          <a:prstGeom prst="roundRect">
            <a:avLst>
              <a:gd name="adj" fmla="val 54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65192" y="1170432"/>
            <a:ext cx="3877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965192" y="157276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in case something goes wrong.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65192" y="2249424"/>
            <a:ext cx="3877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907792"/>
            <a:ext cx="4206240" cy="1664208"/>
          </a:xfrm>
          <a:prstGeom prst="roundRect">
            <a:avLst>
              <a:gd name="adj" fmla="val 54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0352" y="2999232"/>
            <a:ext cx="3877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30352" y="340156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Costing a lot of money.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" y="4078224"/>
            <a:ext cx="3877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2907792"/>
            <a:ext cx="4206240" cy="1664208"/>
          </a:xfrm>
          <a:prstGeom prst="roundRect">
            <a:avLst>
              <a:gd name="adj" fmla="val 54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65192" y="2999232"/>
            <a:ext cx="3877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965192" y="340156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with a picture, sent through the mail.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65192" y="4078224"/>
            <a:ext cx="3877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Proper nouns and capitalization (Explain)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Lambchop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066544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1579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054096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4553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Dan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1330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Proper nouns and capitalization (Explain)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Lambchop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20840" y="1078992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1078992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66544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579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20840" y="2066544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2066544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54096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145536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Dan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720840" y="3054096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3054096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41648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1330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20840" y="4041648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404164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glow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glow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576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8892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 brain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46888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468880" y="27889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560320" y="278892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 stray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57200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0" y="27889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663440" y="278892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  float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7512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675120" y="27889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2B7A7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766560" y="278892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  glow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Reading: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Keep this in mind as you read: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says it’s wrong to dislike people for how they look. How does Stanley’s experience connect to this message?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4963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says it’s wrong to dislike people for how they look. How does Stanley’s experience connect to this message?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Comprehension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COMPLETE SENTENCES — USE TEXT EVIDENCE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117043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message does Mrs. Lambchop share at the end of the book about being different?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6700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Flat Stanley story with one extension text you read this week. What is the same? What is different?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151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97280" y="4133088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one lesson from Flat Stanley that connects to real life? Explain.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Workshop — REVISE &amp; EDIT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read-through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84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WRITING TASK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9152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505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EXPLAIN. Reread your revised narrative. Write 2–3 sentences: What changed from your first draft? What are you most proud of?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2026-07-10T22:22:36Z</dcterms:created>
  <dcterms:modified xsi:type="dcterms:W3CDTF">2026-07-10T22:22:36Z</dcterms:modified>
</cp:coreProperties>
</file>