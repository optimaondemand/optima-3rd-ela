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4 Day 4. Extension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include what the audience would hear, not just what they would see?.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6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Week 4 · Day 4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C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Week — Lesson 4.4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Stanley's adventures would make a great movie! If you were the movie director, which scene would you want to film first and why? Describe what the audience would see and hear.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Stanley's adventures would make a great movie! If you were the movie director, which scene would you want to film first and why? Describe what the audience would see and hear.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include what the audience would hear, not just what they would see?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says it’s wrong to dislike people for how they look. How does Stanley’s experience connect to this message?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“Shame on them,” Mrs. Lambchop said. “It is wrong to dislike people for their shapes.”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perhaps people cant help staring at what is different said mrs lambchop but they can try to be kind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perhaps people cant help staring at what is different said mrs lambchop but they can try to be kind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"Perhaps people can&amp;rsquo;t help staring at what is different ," said Mrs. Lambchop, "but they can try to be kind ."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Prefix pre- means before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reread → read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847088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89280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 → happy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22576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368296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→ view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798064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4378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unkind → kind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327355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59359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airmail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sent by airplane.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in case something goes wrong.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Costing a lot of money.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postcard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with a picture, sent through the mail.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Vowel teams ai/ay and oa/ow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    brain     play     stray     coat     float     snow     glow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Vowel teams ai/ay and oa/ow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stray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