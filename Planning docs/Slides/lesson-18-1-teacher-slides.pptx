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18.1. Reading: Ch. 1–2.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who has power over whom at the start of a story. Pay attention to how Jemmy and the prince are different — their feelings, their choices, and the way they treat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"Bring me my crown!" the prince yelled from his bedroom. 
Look for: Opening quotation mark before Bring; capital B; exclamation mark before the closing quote; capital T on The; capital P on prince (title used as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"Bring me my crown!" the prince yelled from his bedroom. 
Look for: Opening quotation mark before Bring; capital B; exclamation mark before the closing quote; capital T on The; capital P on prince (title used as name);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and, 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and, 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rabbit, basket, kitten, blanket | Other pattern: castle, garden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1st syllable: rabbit, basket, kitten, blanket | Other pattern: castle, garden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18.1  ·  Ch. 1–2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is whipped for something the prince did. Write about a time something felt unfair.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is whipped for something the prince did. Write about a time something felt unfair.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who has power over whom at the start of a story. Pay attention to how Jemmy and the prince are different — their feelings, their choices, and the way they treat each other.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who has power over whom at the start of a story. Pay attention to how Jemmy and the prince are different — their feelings, their choices, and the way they treat each other.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"Fetch the whipping boy!" the king shouted from the great hall.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me my crown the prince yelled from his bedroom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me my crown the prince yelled from his bedroom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"Bring me my crown!" the prince yelled from his bedroom.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 before Bring; capital B; exclamation mark before the closing quote; capital T on The; capital P on prince (title used as name);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OVER- MEANS TOO MUCH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overconfident — too sure of oneself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overdue — past the right 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overloaded — carrying too much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overstepped — went too far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exasperation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feeling of frustration that has been building up.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contrite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truly sorry and ashamed for something you did wrong.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allowed; against the rules.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defiantly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a bold, refusing-to-obey way.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CONJUNCTIONS: AND, BUT, 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lords grabbed their heads, their wigs were gone.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was furious, so he ordered twenty whacks.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bit his lip, and not a sound escaped.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wanted to run, so he made a plan.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CONJUNCTIONS: AND, BUT, 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lords grabbed their heads, their wigs were gone.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was furious,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 ordered twenty whacks.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bit his lip,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a sound escaped.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wanted to run,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 made a plan.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IN LONGER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   ·   basket   ·   kitten   ·   blanket   ·   castle   ·   garden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1st syllable  |  Other pattern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IN LONGER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1st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1–2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notice who has power over whom at the start of a story. Pay attention to how Jemmy and the prince are different — their feelings, their choices, and the way they treat each other.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