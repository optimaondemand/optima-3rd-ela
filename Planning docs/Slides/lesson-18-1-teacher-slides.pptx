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18.1. Reading: Ch. 1–2.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notice who has power over whom at the start of a story. Pay attention to how Jemmy and the prince are different — their feelings, their choices, and the way they treat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"Bring me my crown!" the prince yelled from his bedroom. 
Look for: Opening quotation mark before Bring; capital B; exclamation mark before the closing quote; capital T on The; capital P on prince (title used as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"Bring me my crown!" the prince yelled from his bedroom. 
Look for: Opening quotation mark before Bring; capital B; exclamation mark before the closing quote; capital T on The; capital P on prince (title used as name);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and, so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so, and, so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1st syllable: rabbit, basket, kitten, blanket | Other pattern: castle, garden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Closed 1st syllable: rabbit, basket, kitten, blanket | Other pattern: castle, garden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0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👑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Whipping Boy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18.1  ·  Ch. 1–2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Perseverance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is whipped for something the prince did. Write about a time something felt unfair.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is whipped for something the prince did. Write about a time something felt unfair.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1–2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who has power over whom at the start of a story. Pay attention to how Jemmy and the prince are different — their feelings, their choices, and the way they treat each other.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notice who has power over whom at the start of a story. Pay attention to how Jemmy and the prince are different — their feelings, their choices, and the way they treat each other.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 MODEL — STUDY WHAT IS RIGHT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822960"/>
          </a:xfrm>
          <a:prstGeom prst="roundRect">
            <a:avLst>
              <a:gd name="adj" fmla="val 11111"/>
            </a:avLst>
          </a:prstGeom>
          <a:solidFill>
            <a:srgbClr val="E5F7FC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0700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"Fetch the whipping boy!" the king shouted from the great hall.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me my crown the prince yelled from his bedroom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me my crown the prince yelled from his bedroom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"Bring me my crown!" the prince yelled from his bedroom.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quotation mark before Bring; capital B; exclamation mark before the closing quote; capital T on The; capital P on prince (title used as name);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OVER- MEANS TOO MUCH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overconfident — too sure of oneself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overdue — past the right time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overloaded — carrying too much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overstepped — went too far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exasperation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strong feeling of frustration that has been building up.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contrite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truly sorry and ashamed for something you did wrong.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forbidden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allowed; against the rules.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defiantly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in a bold, refusing-to-obey way.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CONJUNCTIONS: AND, BUT, SO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lords grabbed their heads, their wigs were gone.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was furious, so he ordered twenty whacks.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bit his lip, and not a sound escaped.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wanted to run, so he made a plan.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Tap the word that fits the rule.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CONJUNCTIONS: AND, BUT, SO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lords grabbed their heads, their wigs were gone.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was furious,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 ordered twenty whacks.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bit his lip,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not a sound escaped.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wanted to run,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 made a plan.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IN LONGER WORDS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   ·   basket   ·   kitten   ·   blanket   ·   castle   ·   garden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Closed 1st syllable  |  Other pattern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SYLLABLES IN LONGER WORDS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Closed 1st syllable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kitten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blanket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pattern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castle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garden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1–2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71907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Why does the king shout "Fetch the whipping boy!" — and why doesn't the prince have to worry about being punished himself?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Chapter 2 shows the prince's lesson. What does Jemmy notice about who is learning — and who isn't?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2026-09-08T13:30:00Z</dcterms:created>
  <dcterms:modified xsi:type="dcterms:W3CDTF">2026-09-08T13:30:00Z</dcterms:modified>
</cp:coreProperties>
</file>