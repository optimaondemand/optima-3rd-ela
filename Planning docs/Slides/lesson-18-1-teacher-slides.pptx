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18 Day 1.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give a reason that goes beyond just 'it's mean' or 'it's not nice'?.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18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18.1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 Brat has a whipping boy named Jemmy — whenever the prince misbehaves, Jemmy gets punished instead! Do you think this is fair? Why or why not? Start with: 'I think having a whipping boy is... because...'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 Brat has a whipping boy named Jemmy — whenever the prince misbehaves, Jemmy gets punished instead! Do you think this is fair? Why or why not? Start with: 'I think having a whipping boy is... because...'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give a reason that goes beyond just 'it's mean' or 'it's not nice'?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who has power over whom at the start of a story. Pay attention to how Jemmy and the prince are different — their feelings, their choices, and the way they treat each other.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who has power over whom at the start of a story. Pay attention to how Jemmy and the prince are different — their feelings, their choices, and the way they treat each other.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"Fetch the whipping boy!" the king shouted from the great hall.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me my crown the prince yelled from his bedroom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me my crown the prince yelled from his bedroom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"Bring me my crown!" the prince yelled from his bedroom.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 before Bring; capital B; exclamation mark before the closing quote; capital T on The; capital P on prince (title used as name);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over- means too much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too sure of oneself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past the right time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carrying too much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went too far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exasperation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feeling of frustration that has been building up.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contrite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truly sorry and ashamed for something you did wrong.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forbidden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allowed; against the rules.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defiantly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bold, refusing-to-obey way.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Conjunctions: and, but, so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lords grabbed their heads, but their wigs were gone.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was furious, so he ordered twenty whacks.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bit his lip, and not a sound escaped.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wanted to run, so he made a plan.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Conjunctions: and, but, so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lords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grabbed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wigs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furious,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whacks.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Closed Syllables in Longer Words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     basket     kitten     blanket     castle     garden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1st syllable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Closed Syllables in Longer Words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1st syllable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blanket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1–2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18 · Choose a Claim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