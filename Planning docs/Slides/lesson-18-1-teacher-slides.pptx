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New novel! Today we open The Whipping Boy for the first time.
TODAY: Ch. 1–2: Meet Jemmy and Prince Brat — two boys from completely different worlds.
BIG Q: Why would a prince need a whipping boy? What does this tell you about who has power — and who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"bring me my crown the prince yelled from his bedroom"
Corrected: ""Bring me my crown!" the prince yelled from his bedroom."
Errors: Opening quotation mark before Bring; capital B; exclamation mark before the closing quote; capital T on The; capital P on prince (title used as name);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"bring me my crown the prince yelled from his bedroom"
Corrected: ""Bring me my crown!" the prince yelled from his bedroom."
Errors: Opening quotation mark before Bring; capital B; exclamation mark before the closing quote; capital T on The; capital P on prince (title used as name);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over — too sure of oneself | over — past the right time | over — carrying too much | over — went too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exasperation: A strong feeling of frustration that has been building up. | contrite: Feeling truly sorry and ashamed for something you did wrong. | forbidden: Not allowed; against the rules. | defiantly: Done in a bold, refusing-to-obey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lords grabbed their heads, [but] their wigs were gone." → but | "The king was furious, [so] he ordered twenty whacks." → so | "Jemmy bit his lip, [and] not a sound escaped." → and | "Jemmy wanted to run, [so] he made a plan." →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lords grabbed their heads, [but] their wigs were gone." → but | "The king was furious, [so] he ordered twenty whacks." → so | "Jemmy bit his lip, [and] not a sound escaped." → and | "Jemmy wanted to run, [so] he made a plan." →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rabbit, basket, kitten, blanket | Other pattern: castle,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rabbit, basket, kitten, blanket | Other pattern: castle,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1–2
When The Whipping Boy sees Jeremy tangled in string and the cat coming, she could have run. She stays and unties him instead. Later, Nicodemus and the rats agree to move her cinderblock house — a dangerous, hours-long job — because she asked for help.
Why does the king shout "Fetch the whipping boy!" — and why doesn't the prince have to worry about being punished himself?
Chapter 2 shows the prince's lesson. What does Jemmy notice about who is learning — and who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Choose a Claim
Focus: Opinion: make a claim about which character has the harder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18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1–2</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In which we observe a hair-raising event; Wherein the prince cannot wr</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18  ·  Virtue: Courage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New novel! Today we open The Whipping Boy for the first time.</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1–2: Meet Jemmy and Prince Brat — two boys from completely different worlds.</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Why would a prince need a whipping boy? What does this tell you about who has power — and who doesn't?</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notice who has power over whom at the start of a story. Pay attention to how Jemmy and the prince are diffe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"Fetch the whipping boy!" the king shouted from the great hall.</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bring me my crown the prince yelled from his bedroom</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before Bring; capital B; exclamation mark before the closing quote; capital T on The; capital P on prince (title used as name);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bring me my crown the prince yelled from his bedroom</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before Bring; capital B; exclamation mark before the closing quote; capital T on The; capital P on prince (title used as name);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"Bring me my crown!" the prince yelled from his bedroom.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over-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 — too sure of oneself</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 — past the right time</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 — carrying too much</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 — went too far</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exasperation   ·   contrite   ·   forbidden   ·   defiantly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exasperation</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strong feeling of frustration that has been building up.</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contrite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Feeling truly sorry and ashamed for something you did wrong.</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forbidden</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Not allowed; against the rules.</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defiantly</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Done in a bold, refusing-to-obey way.</a:t>
            </a:r>
            <a:endParaRPr lang="en-US" sz="1200" dirty="0"/>
          </a:p>
        </p:txBody>
      </p:sp>
      <p:sp>
        <p:nvSpPr>
          <p:cNvPr id="17" name="Text 15"/>
          <p:cNvSpPr/>
          <p:nvPr/>
        </p:nvSpPr>
        <p:spPr>
          <a:xfrm>
            <a:off x="365760" y="4251960"/>
            <a:ext cx="8412480" cy="38404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Read the sentence in the book. Look at word parts. Then flip the card.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and, but, so</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lords grabbed their heads, _____ their wigs were gone.</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was furious, _____ he ordered twenty whacks.</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bit his lip, _____ not a sound escaped.</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wanted to run, _____ he made a plan.</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and, but, so</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lords grabbed their heads,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their wigs were gone.</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was furious,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he ordered twenty whacks.</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bit his lip,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not a sound escaped.</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wanted to run,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he made a plan.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in Longer Words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rabbit   ·   basket   ·   kitten   ·   blanket   ·   castle   ·   garden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1st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Other pattern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in Longer Words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773936"/>
          </a:xfrm>
          <a:prstGeom prst="roundRect">
            <a:avLst>
              <a:gd name="adj" fmla="val 515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1st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rabbit</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basket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kitten</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blanket</a:t>
            </a:r>
            <a:endParaRPr lang="en-US" sz="1400" dirty="0"/>
          </a:p>
        </p:txBody>
      </p:sp>
      <p:sp>
        <p:nvSpPr>
          <p:cNvPr id="13" name="Shape 11"/>
          <p:cNvSpPr/>
          <p:nvPr/>
        </p:nvSpPr>
        <p:spPr>
          <a:xfrm>
            <a:off x="4709160" y="1024128"/>
            <a:ext cx="4114800" cy="1078992"/>
          </a:xfrm>
          <a:prstGeom prst="roundRect">
            <a:avLst>
              <a:gd name="adj" fmla="val 847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Other pattern</a:t>
            </a:r>
            <a:endParaRPr lang="en-US" sz="1200" dirty="0"/>
          </a:p>
        </p:txBody>
      </p:sp>
      <p:sp>
        <p:nvSpPr>
          <p:cNvPr id="15" name="Text 13"/>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castle</a:t>
            </a:r>
            <a:endParaRPr lang="en-US" sz="1400" dirty="0"/>
          </a:p>
        </p:txBody>
      </p:sp>
      <p:sp>
        <p:nvSpPr>
          <p:cNvPr id="16" name="Text 14"/>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garden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In which we observe a hair-raising event; Wherein the prince cannot write his name</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Why does the king shout "Fetch the whipping boy!" — and why doesn't the prince have to worry about being punished himself?</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Chapter 2 shows the prince's lesson. What does Jemmy notice about who is learning — and who isn't?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18</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Choose a Claim</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make a claim about which character has the harder life.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think ___ has the harder life because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example is when ___ in Chapter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2026-07-11T02:09:09Z</dcterms:created>
  <dcterms:modified xsi:type="dcterms:W3CDTF">2026-07-11T02:09:09Z</dcterms:modified>
</cp:coreProperties>
</file>