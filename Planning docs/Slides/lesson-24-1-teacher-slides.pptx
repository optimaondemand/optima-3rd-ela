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24 Day 1. Medieval Nonfiction.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Does my letter sound like a real person talking to their family?.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Week 24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 — Lesson 24.1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builder working on a castle. Write a letter home to your family describing your work. What is the hardest part? What are you proud of?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builder working on a castle. Write a letter home to your family describing your work. What is the hardest part? What are you proud of?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my letter sound like a real person talking to their family?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of nonfiction notice cause-and-effect relationships — when one thing causes another. Today's article is full of them. Ask: WHY was this designed this way?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workers at Windsor Castle used over one million stones to build the outer walls.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stonemasons at dover castle spent thirty years to complete the inner tower.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stonemasons at dover castle spent thirty years to complete the inner tower.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 (starts the sentence); capital D on Dover and capital C on Castle (proper name of a specific castle);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sub- means under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a path or road built underground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something that travels under the sea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sink below the surface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placed under authority; a topic under study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bridge over a moat that can be raised to block entrance.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stonemason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inner tower of a castle, used as a last defense.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drawbridge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water-filled ditch surrounding a castle for defense.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skilled worker who cuts and builds with stone.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Main Idea and Details in Paragraphs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Castles were designed to be difficult to attack. Thick walls, moats, and drawbridges all helped keep enemies 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peasants ate simple food. Their meals consisted mainly of bread, pottage, and whatever vegetables they could grow.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page's life was one of training and service. He ran errands, served at table, and practiced with a sword every day.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grew wherever trade was possible. They appeared near rivers, crossroads, and cathedrals.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Main Idea and Details in Paragraphs (Day 1: Define)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drawbridges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enemies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peasants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pottage,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vegetables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page's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errands,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sword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grew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wherever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crossroads,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cathedrals.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VCCV Syllable Division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     turret     battle     tunnel     mortar     helmet     goblin     lantern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(divide between consonants)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VCCV Syllable Division (Day 1: Define)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(divide between consonants)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turret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goblin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lantern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24 · Draft &amp; Publish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