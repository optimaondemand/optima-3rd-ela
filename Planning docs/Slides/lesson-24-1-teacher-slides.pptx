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24.1.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of nonfiction notice cause-and-effect relationships — when one thing causes another. Today's article is full of them. Ask: WHY was this designed this way?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stonemasons at Dover Castle spent thirty years to complete the inner tower. 
Look for: Capital T on The (starts the sentence); capital D on Dover and capital C on Castle (proper name of a specific castle);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stonemasons at Dover Castle spent thirty years to complete the inner tower. 
Look for: Capital T on The (starts the sentence); capital D on Dover and capital C on Castle (proper name of a specific castle);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Castles, Medieval, A, Towns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Castles, Medieval, A, Towns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(divide between consonants): castle, turret, battle, tunnel, mortar, helmet, goblin, lantern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(divide between consonants): castle, turret, battle, tunnel, mortar, helmet, goblin, lantern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24.1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Wisdom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something you learned this week that you did not know before.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something you learned this week that you did not know before.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commas between the items in a list?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facts in your own words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of nonfiction notice cause-and-effect relationships — when one thing causes another. Today's article is full of them. Ask: WHY was this designed this way?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workers at Windsor Castle used over one million stones to build the outer walls.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stonemasons at dover castle spent thirty years to complete the inner tower.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stonemasons at dover castle spent thirty years to complete the inner tower.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stonemasons at Dover Castle spent thirty years to complete the inner tower.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on The (starts the sentence); capital D on Dover and capital C on Castle (proper name of a specific castle);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SUB- MEANS UNDER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subway — a path or road built underground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submarine — something that travels under the sea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submerge — to sink below the surface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subject — placed under authority; a topic under study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stonemason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drawbridge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IN PARAGRAPHS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Castles were designed to be difficult to attack. Thick walls, moats, and drawbridges all helped keep enemies out.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peasants ate simple food. Their meals consisted mainly of bread, pottage, and whatever vegetables they could grow.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page's life was one of training and service. He ran errands, served at table, and practiced with a sword every day.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grew wherever trade was possible. They appeared near rivers, crossroads, and cathedrals.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IN PARAGRAPHS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designed to be difficult to attack. Thick walls, moats, and drawbridges all helped keep enemies out.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peasants ate simple food. Their meals consisted mainly of bread, pottage, and whatever vegetables they could grow.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page's life was one of training and service. He ran errands, served at table, and practiced with a sword every day.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wherever trade was possible. They appeared near rivers, crossroads, and cathedrals.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1: DEFINE)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   ·   turret   ·   battle   ·   tunnel   ·   mortar   ·   helmet   ·   goblin   ·   lantern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VCCV (divide between consonants)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832104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(divide between consonants)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8321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81381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goblin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lantern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says every part of the castle's design was meant to stop enemies. Find one cause-and-effect pair: one design feature (cause) and the defensive result (effect).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Building a large castle could take 10–30 years. Why do you think medieval lords were willing to spend that long?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