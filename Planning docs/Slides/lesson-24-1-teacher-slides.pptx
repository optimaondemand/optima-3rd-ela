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24.1. Reading: 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of nonfiction notice cause-and-effect relationships — when one thing causes another. Today's article is full of them. Ask: WHY was this designed this way?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Tap through each highlighted word in the lesson and name what it does right before moving to the fix-it.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The stonemasons at Dover Castle spent thirty years to complete the inner tower. 
Look for: Capital T on The (starts the sentence); capital D on Dover and capital C on Castle (proper name of a specific castle);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The stonemasons at Dover Castle spent thirty years to complete the inner tower. 
Look for: Capital T on The (starts the sentence); capital D on Dover and capital C on Castle (proper name of a specific castle);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Castles, Medieval, A, Towns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Castles, Medieval, A, Towns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VCCV (divide between consonants): castle, turret, battle, tunnel, mortar, helmet, goblin, lantern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VCCV (divide between consonants): castle, turret, battle, tunnel, mortar, helmet, goblin, lantern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C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📖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Medieval Nonfiction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24.1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Wisdom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about something you learned this week that you did not know before.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about something you learned this week that you did not know before.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use commas between the items in a list?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1498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4300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Explaining facts in your own words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1874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211226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of nonfiction notice cause-and-effect relationships — when one thing causes another. Today's article is full of them. Ask: WHY was this designed this way?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MODEL — STUDY WHAT IS RIGHT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822960"/>
          </a:xfrm>
          <a:prstGeom prst="roundRect">
            <a:avLst>
              <a:gd name="adj" fmla="val 11111"/>
            </a:avLst>
          </a:prstGeom>
          <a:solidFill>
            <a:srgbClr val="E5F7FC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07008"/>
            <a:ext cx="7955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workers at Windsor Castle used over one million stones to build the outer walls.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stonemasons at dover castle spent thirty years to complete the inner tower.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sentence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stonemasons at dover castle spent thirty years to complete the inner tower.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 The stonemasons at Dover Castle spent thirty years to complete the inner tower.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T on The (starts the sentence); capital D on Dover and capital C on Castle (proper name of a specific castle); period ends.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SUB- MEANS UNDER (DAY 1: DEFINE)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subway — a path or road built underground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submarine — something that travels under the sea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submerge — to sink below the surface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3182112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3009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subject — placed under authority; a topic under study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moat  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stonemason  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drawbridge  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 </a:t>
            </a:r>
            <a:pPr indent="0" marL="0">
              <a:buNone/>
            </a:pP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IDEA AND DETAILS IN PARAGRAPHS (DAY 1: DEFINE)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Castles were designed to be difficult to attack. Thick walls, moats, and drawbridges all helped keep enemies out.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Medieval peasants ate simple food. Their meals consisted mainly of bread, pottage, and whatever vegetables they could grow.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page's life was one of training and service. He ran errands, served at table, and practiced with a sword every day.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Towns grew wherever trade was possible. They appeared near rivers, crossroads, and cathedrals.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the word that fits the rule.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IDEA AND DETAILS IN PARAGRAPHS (DAY 1: DEFINE)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Castles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were designed to be difficult to attack. Thick walls, moats, and drawbridges all helped keep enemies out.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Medieval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peasants ate simple food. Their meals consisted mainly of bread, pottage, and whatever vegetables they could grow.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page's life was one of training and service. He ran errands, served at table, and practiced with a sword every day.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Towns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grew wherever trade was possible. They appeared near rivers, crossroads, and cathedrals.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VCCV SYLLABLE DIVISION (DAY 1: DEFINE)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castle   ·   turret   ·   battle   ·   tunnel   ·   mortar   ·   helmet   ·   goblin   ·   lantern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VCCV (divide between consonants)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VCCV SYLLABLE DIVISION (DAY 1: DEFINE)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832104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VCCV (divide between consonants)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832104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813816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castle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turret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battle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tunnel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mortar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helmet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goblin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lantern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Today’s chapters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71907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The article says every part of the castle's design was meant to stop enemies. Find one cause-and-effect pair: one design feature (cause) and the defensive result (effect).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Building a large castle could take 10–30 years. Why do you think medieval lords were willing to spend that long?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2026-09-09T12:44:18Z</dcterms:created>
  <dcterms:modified xsi:type="dcterms:W3CDTF">2026-09-09T12:44:18Z</dcterms:modified>
</cp:coreProperties>
</file>