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24.1. Reading: 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prompt aloud. Give students a moment to think before writing.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minutes of sustained writing. Stamina over polish. Do not correct spelling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fix only. Editing is conventions; revision is ideas. Name which one you are asking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or three volunteers. Praise something specific in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 lens: Good readers of nonfiction notice cause-and-effect relationships — when one thing causes another. Today's article is full of them. Ask: WHY was this designed this way?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Tap through each highlighted word in the lesson and name what it does right before moving to the fix-it.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stonemasons at Dover Castle spent thirty years to complete the inner tower. 
Look for: Capital T on The (starts the sentence); capital D on Dover and capital C on Castle (proper name of a specific castle);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Corrected: Corrected: The stonemasons at Dover Castle spent thirty years to complete the inner tower. 
Look for: Capital T on The (starts the sentence); capital D on Dover and capital C on Castle (proper name of a specific castle); period ends.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 the word into base + word part. Ask what the part adds to the meaning.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word appears in the chapters read this week, in the author’s own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Castles, Medieval, A, Towns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Castles, Medieval, A, Towns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VCCV (divide between consonants): castle, turret, battle, tunnel, mortar, helmet, goblin, lantern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VCCV (divide between consonants): castle, turret, battle, tunnel, mortar, helmet, goblin, lantern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chapters, then return to the pause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822960"/>
            <a:ext cx="9144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📖</a:t>
            </a:r>
            <a:endParaRPr lang="en-US" sz="5200" dirty="0"/>
          </a:p>
        </p:txBody>
      </p:sp>
      <p:sp>
        <p:nvSpPr>
          <p:cNvPr id="3" name="Text 1"/>
          <p:cNvSpPr/>
          <p:nvPr/>
        </p:nvSpPr>
        <p:spPr>
          <a:xfrm>
            <a:off x="457200" y="169164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Medieval Nonfiction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23317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24.1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2880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B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3 ELA  ·  Virtue: Wisdom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10-Minute Write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PROMPT — 1 MINUTE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71016"/>
            <a:ext cx="79552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something you learned this week that you did not know before.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30632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first. You will have five minutes to write.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  Writing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minutes — keep your pencil moving!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3736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65376"/>
            <a:ext cx="7955280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about something you learned this week that you did not know before.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3291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stop to erase. If you get stuck, write the last word again and keep going.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4B76F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Edit &amp; Revise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minute — pick ONE thing to fix.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EDIT FOCUS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9656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I use commas between the items in a list?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651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check:  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capitals  ·  end punctuation  ·  circle a word you are unsure of  ·  read it aloud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🗣️  Share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minutes — let's hear your writing!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6916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  ·  paste it in the chat  ·  or hold your paper up to the camera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Today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14984"/>
            <a:ext cx="8412480" cy="731520"/>
          </a:xfrm>
          <a:prstGeom prst="roundRect">
            <a:avLst>
              <a:gd name="adj" fmla="val 12500"/>
            </a:avLst>
          </a:prstGeom>
          <a:solidFill>
            <a:srgbClr val="FEF6E8"/>
          </a:solidFill>
          <a:ln w="1905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43000"/>
            <a:ext cx="7955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Explaining facts in your own words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12264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of nonfiction notice cause-and-effect relationships — when one thing causes another. Today's article is full of them. Ask: WHY was this designed this way?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— STUDY WHAT IS RIGHT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822960"/>
          </a:xfrm>
          <a:prstGeom prst="roundRect">
            <a:avLst>
              <a:gd name="adj" fmla="val 11111"/>
            </a:avLst>
          </a:prstGeom>
          <a:solidFill>
            <a:srgbClr val="E5F7FC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07008"/>
            <a:ext cx="7955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workers at Windsor Castle used over one million stones to build the outer walls.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stonemasons at dover castle spent thirty years to complete the inner tower.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65760" y="278892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sentence correctly in your notebook.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Daily Oral Language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49808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FIX THIS ONE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24128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52144"/>
            <a:ext cx="795528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stonemasons at dover castle spent thirty years to complete the inner tower.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274320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" y="281635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3072384"/>
            <a:ext cx="8010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Corrected: The stonemasons at Dover Castle spent thirty years to complete the inner tower.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66928" y="3767328"/>
            <a:ext cx="80101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T on The (starts the sentence); capital D on Dover and capital C on Castle (proper name of a specific castle); period ends.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Morphology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 SUB- MEANS UNDER (DAY 1: DEFINE)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1615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subway — a path or road built underground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792224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11096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submarine — something that travels under the sea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2487168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060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submerge — to sink below the surface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3182112"/>
            <a:ext cx="8412480" cy="621792"/>
          </a:xfrm>
          <a:prstGeom prst="roundRect">
            <a:avLst>
              <a:gd name="adj" fmla="val 14706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30098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🌱  subject — placed under authority; a topic under study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  Vocabulary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moat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stonemason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65760" y="25603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E5F7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drawbridge  </a:t>
            </a:r>
            <a:pPr indent="0" marL="0">
              <a:buNone/>
            </a:pP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 </a:t>
            </a:r>
            <a:pPr indent="0" marL="0">
              <a:buNone/>
            </a:pP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 AND DETAILS IN PARAGRAPHS (DAY 1: DEFINE)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Castles were designed to be difficult to attack. Thick walls, moats, and drawbridges all helped keep enemies out.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Medieval peasants ate simple food. Their meals consisted mainly of bread, pottage, and whatever vegetables they could grow.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page's life was one of training and service. He ran errands, served at table, and practiced with a sword every day.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Towns grew wherever trade was possible. They appeared near rivers, crossroads, and cathedrals.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 the word that fits the rule.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7922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 Grammar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IDEA AND DETAILS IN PARAGRAPHS (DAY 1: DEFINE)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22529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Castles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were designed to be difficult to attack. Thick walls, moats, and drawbridges all helped keep enemies out.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81051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95681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Medieval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peasants ate simple food. Their meals consisted mainly of bread, pottage, and whatever vegetables they could grow.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5760" y="254203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68833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page's life was one of training and service. He ran errands, served at table, and practiced with a sword every day.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3273552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3419856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Towns</a:t>
            </a:r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grew wherever trade was possible. They appeared near rivers, crossroads, and cathedrals.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5760" y="405079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Answers revealed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VCCV SYLLABLE DIVISION (DAY 1: DEFINE)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353312"/>
            <a:ext cx="8412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0E1C4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81328"/>
            <a:ext cx="7955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castle   ·   turret   ·   battle   ·   tunnel   ·   mortar   ·   helmet   ·   goblin   ·   lantern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65760" y="251460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column does each word belong in?  Columns: VCCV (divide between consonants)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E1C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🔠  Spelling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VCCV SYLLABLE DIVISION (DAY 1: DEFINE)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78992"/>
            <a:ext cx="8321040" cy="457200"/>
          </a:xfrm>
          <a:prstGeom prst="roundRect">
            <a:avLst>
              <a:gd name="adj" fmla="val 16000"/>
            </a:avLst>
          </a:prstGeom>
          <a:solidFill>
            <a:srgbClr val="0E1C4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1338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VCCV (divide between consonants)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591056"/>
            <a:ext cx="83210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700784"/>
            <a:ext cx="8138160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turret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tunnel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helmet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goblin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lantern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C8E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📕  Read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Today’s chapters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719072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Explaining facts in your own words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Look at the letters around the dot in each word. Count: vowel, consonant, consonant, vowel. That's the VCCV pattern 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Where does the dot fall — before, between, or after the two consonants?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2026-09-07T02:45:02Z</dcterms:created>
  <dcterms:modified xsi:type="dcterms:W3CDTF">2026-09-07T02:45:02Z</dcterms:modified>
</cp:coreProperties>
</file>