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30.1. Reading: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in a fantasy story slow down and pay attention to how the author builds the world . Details of setting, character, and pattern all work together to create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sentence in the lesson: Aslan breathed came life, noise.
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When the four children were crowned at Cair Paravel, Aslan roared and all of Narnia celebrated. 
Look for: When begins the dependent clause; Cair Paravel = proper noun (two capitals); comma after Paravel; Aslan and Narnia are proper nouns (capitals);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When the four children were crowned at Cair Paravel, Aslan roared and all of Narnia celebrated. 
Look for: When begins the dependent clause; Cair Paravel = proper noun (two capitals); comma after Paravel; Aslan and Narnia are proper nouns (capitals);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aslan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aslan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Prefix + base word: throne, brave, stone | Magic-e or vowel team: reign, roar, gleam | Prefix base-: reform, transport, interact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Prefix + base word: throne, brave, stone | Magic-e or vowel team: reign, roar, gleam | Prefix base-: reform, transport, interact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🦁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Lion, the Witch and the Wardrobe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30.1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Loyalty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children are crowned Kings and Queens. Write about a time you were trusted with something important.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children are crowned Kings and Queens. Write about a time you were trusted with something important.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use a capital letter for every name and title?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1498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430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the ending reveals theme.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1226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in a fantasy story slow down and pay attention to how the author builds the world . Details of setting, character, and pattern all work together to create meaning.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GRAMMAR POINTS IN THE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Aslan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noun — capital 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10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breathed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Past-tense verb.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4323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past tense of come.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962656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0540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life,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 — separates the main clause from the participial phrase.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four children were crowned at cair paravel aslan roared and all of narnia celebrated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four children were crowned at cair paravel aslan roared and all of narnia celebrated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When the four children were crowned at Cair Paravel, Aslan roared and all of Narnia celebrated.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begins the dependent clause; Cair Paravel = proper noun (two capitals); comma after Paravel; Aslan and Narnia are proper nouns (capitals);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ROOTS AND BASES FROM THE YEAR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Review roots and bases from the year.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Fill in the missing part after the prefix to build the word.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&amp; DISCOVER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coronation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reconciled  </a:t>
            </a:r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FOR PUNCTUATION AND CAPITALIZATION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aslan breathed on each statue and they came back to life.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 witch's wand was broken in the battle.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and lucy were crowned at cair paravel.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33192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word that does NOT match the correct pattern.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FOR PUNCTUATION AND CAPITALIZATION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aslan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breathed on each statue and they came back to life.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 witch's wand was broken in the battle.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and lucy were crowned at cair paravel.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33192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SPELLING PATTERN REVIEW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throne   ·   brave   ·   stone   ·   reign   ·   roar   ·   gleam   ·   reform   ·   transport   ·   interact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Prefix + base word  |  Magic-e or vowel team  |  Prefix base-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SPELLING PATTERN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271272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262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+ base word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2712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25298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15640" y="1078992"/>
            <a:ext cx="271272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3261360" y="1133856"/>
            <a:ext cx="262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Magic-e or vowel team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15640" y="1591056"/>
            <a:ext cx="2712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07080" y="1700784"/>
            <a:ext cx="25298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reign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gleam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19800" y="1078992"/>
            <a:ext cx="271272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4" name="Text 12"/>
          <p:cNvSpPr/>
          <p:nvPr/>
        </p:nvSpPr>
        <p:spPr>
          <a:xfrm>
            <a:off x="6065520" y="1133856"/>
            <a:ext cx="262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base-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19800" y="1591056"/>
            <a:ext cx="2712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11240" y="1700784"/>
            <a:ext cx="25298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chapters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2026-09-09T12:44:18Z</dcterms:created>
  <dcterms:modified xsi:type="dcterms:W3CDTF">2026-09-09T12:44:18Z</dcterms:modified>
</cp:coreProperties>
</file>