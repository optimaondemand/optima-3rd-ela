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30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I chose my title?.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30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30.1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children are crowned Kings and Queens of Narnia. If you were given a crown and a title, what would your title be? What would you be known for?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children are crowned Kings and Queens of Narnia. If you were given a crown and a title, what would your title be? What would you be known for?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I chose my title?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the ending of a story prove or complete its theme?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16, Aslan breathes on the stone statues and they come back to life. How does this moment connect to the symbols of winter and stone you noticed earlier in the story?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breathed came life, noise.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four children were crowned at cair paravel aslan roared and all of narnia celebrated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Cair Paravel = proper noun (two capitals); comma after Paravel; Aslan and Narnia are proper nouns (capitals);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Review roots and bases from the year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between nations — international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carry across — transport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shape again — reform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throw forward — project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Review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ruler of a country or kingdom.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ceremony in which a ruler is officially crowned.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to friendship or peace after a conflict.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Editing for punctuation and capitalization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breathed on each statue and they came back to life.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witch's wand was broken in the battle.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and lucy were crowned at cair paravel.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Editing for punctuation and capitalization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witch's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paravel.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Cumulative spelling pattern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     brave     stone     reign     roar     gleam     reform     transport     interact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or vowel team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Cumulative spelling pattern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or vowel team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gleam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16–17 + Synthesis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the ending of a story prove or complete its theme?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Ch. 16, Aslan breathes on the stone statues and they come back to life. How does this moment connect to the symbols of winter and stone you noticed earlier in the story?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30 · FINAL REVISION — Whole Book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