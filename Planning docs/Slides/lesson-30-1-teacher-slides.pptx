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30.1. Reading: Reading: Ch. 16–17 + Synthesis.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 breathed came life, noise.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four children were crowned at Cair Paravel, Aslan roared and all of Narnia celebrated. 
Look for: When begins the dependent clause; Cair Paravel = proper noun (two capitals); comma after Paravel; Aslan and Narnia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four children were crowned at Cair Paravel, Aslan roared and all of Narnia celebrated. 
Look for: When begins the dependent clause; Cair Paravel = proper noun (two capitals); comma after Paravel; Aslan and Narnia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throne, brave, stone | Magic-e or vowel team: reign, roar, gleam | Prefix base-: reform, transport,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throne, brave, stone | Magic-e or vowel team: reign, roar, gleam | Prefix base-: reform, transport, interact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30.1  ·  Reading: Ch. 16–17 + Synthesis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are crowned Kings and Queens. Write about a time you were trusted with something important.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are crowned Kings and Queens. Write about a time you were trusted with something important.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 and title?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come.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the main clause from the participial phrase.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the four children were crowned at Cair Paravel, Aslan roared and all of Narnia celebrated.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Cair Paravel = proper noun (two capitals); comma after Paravel; Aslan and Narnia are proper nouns (capitals);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Review roots and bases from the year.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breathed on each statue and they came back to life.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witch's wand was broken in the battle.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lucy were crowned at cair paravel.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breathed on each statue and they came back to life.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witch's wand was broken in the battle.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lucy were crowned at cair paravel.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PATTERN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   ·   brave   ·   stone   ·   reign   ·   roar   ·   gleam   ·   reform   ·   transport   ·   interact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Prefix + base word  |  Magic-e or vowel team  |  Prefix base-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PATTERN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or vowel team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reign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base-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how the ending reveals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the ending of a story prove or complete its theme?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Ch. 16, Aslan breathes on the stone statues and they come back to life. How does this moment connect to the symbols of winter and stone you noticed earlier in the story?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