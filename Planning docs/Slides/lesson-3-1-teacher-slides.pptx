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3 Day 1. Flat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use at least two different senses (sight, sound, touch, smell) in my writing?.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8A317"/>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3 · Day 1</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F5D76E"/>
                </a:solidFill>
                <a:latin typeface="Calibri" pitchFamily="34" charset="0"/>
                <a:ea typeface="Calibri" pitchFamily="34" charset="-122"/>
                <a:cs typeface="Calibri" pitchFamily="34" charset="-120"/>
              </a:rPr>
              <a:t>Flat Stanley — Lesson 3.1</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gets to fly like a kite! Imagine you are floating up in the sky, looking down at your town. What do you see below you? How does the wind feel? Write about it using your senses. Start with: 'Up in the air, I could see...'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Stanley gets to fly like a kite! Imagine you are floating up in the sky, looking down at your town. What do you see below you? How does the wind feel? Write about it using your senses. Start with: 'Up in the air, I could see...'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use at least two different senses (sight, sound, touch, smell) in my writing?</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leaves the spool in a tree and Stanley gets tangled. How do you think Stanley feels about Arthur right now?</a:t>
            </a:r>
            <a:endParaRPr lang="en-US" sz="1800" dirty="0"/>
          </a:p>
        </p:txBody>
      </p:sp>
      <p:sp>
        <p:nvSpPr>
          <p:cNvPr id="9" name="Text 7"/>
          <p:cNvSpPr/>
          <p:nvPr/>
        </p:nvSpPr>
        <p:spPr>
          <a:xfrm>
            <a:off x="457200" y="1965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640080" y="228600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preview a book before reading. They look at the cover, chapter titles, and pictures to make predictions.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“You can fly me, Arthur,” Stanley said. “Come on — let’s go to the park.”</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would not speak to his brother that evening and at bedtime he was still very cross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would not speak to his brother that evening and at bedtime he was still very cross</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Stanley would not speak to his brother that evening , and at bedtime he was still very cross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un- means not</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unlock</a:t>
            </a:r>
            <a:pPr indent="0" marL="0">
              <a:buNone/>
            </a:pPr>
            <a:r>
              <a:rPr lang="en-US" sz="1400" dirty="0">
                <a:solidFill>
                  <a:srgbClr val="64748B"/>
                </a:solidFill>
                <a:latin typeface="Calibri" pitchFamily="34" charset="0"/>
                <a:ea typeface="Calibri" pitchFamily="34" charset="-122"/>
                <a:cs typeface="Calibri" pitchFamily="34" charset="-120"/>
              </a:rPr>
              <a:t>  ·  un- + lock =</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untie</a:t>
            </a:r>
            <a:pPr indent="0" marL="0">
              <a:buNone/>
            </a:pPr>
            <a:r>
              <a:rPr lang="en-US" sz="1400" dirty="0">
                <a:solidFill>
                  <a:srgbClr val="64748B"/>
                </a:solidFill>
                <a:latin typeface="Calibri" pitchFamily="34" charset="0"/>
                <a:ea typeface="Calibri" pitchFamily="34" charset="-122"/>
                <a:cs typeface="Calibri" pitchFamily="34" charset="-120"/>
              </a:rPr>
              <a:t>  ·  un- + tie =</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unwrap</a:t>
            </a:r>
            <a:pPr indent="0" marL="0">
              <a:buNone/>
            </a:pPr>
            <a:r>
              <a:rPr lang="en-US" sz="1400" dirty="0">
                <a:solidFill>
                  <a:srgbClr val="64748B"/>
                </a:solidFill>
                <a:latin typeface="Calibri" pitchFamily="34" charset="0"/>
                <a:ea typeface="Calibri" pitchFamily="34" charset="-122"/>
                <a:cs typeface="Calibri" pitchFamily="34" charset="-120"/>
              </a:rPr>
              <a:t>  ·  un- + wrap =</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undo</a:t>
            </a:r>
            <a:pPr indent="0" marL="0">
              <a:buNone/>
            </a:pPr>
            <a:r>
              <a:rPr lang="en-US" sz="1400" dirty="0">
                <a:solidFill>
                  <a:srgbClr val="64748B"/>
                </a:solidFill>
                <a:latin typeface="Calibri" pitchFamily="34" charset="0"/>
                <a:ea typeface="Calibri" pitchFamily="34" charset="-122"/>
                <a:cs typeface="Calibri" pitchFamily="34" charset="-120"/>
              </a:rPr>
              <a:t>  ·  un- + do =</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spool</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round object that thread or string is wound around.</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cross</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Angry or annoyed.</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breeze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gentle, light wind.</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jealous</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Wanting what someone else has.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Long vowels and silent-e review</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broke     slide     kite     stone     slid     trip     stuck     cross</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Long vowels and silent-e review — Sorted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broke</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slide</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kite</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stone</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slid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trip</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stuck</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cross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Chapter 3</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5" name="Shape 3"/>
          <p:cNvSpPr/>
          <p:nvPr/>
        </p:nvSpPr>
        <p:spPr>
          <a:xfrm>
            <a:off x="457200" y="13258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4356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remembered what his parents had said. He went to a boy whose kite was broken and borrowed a large spool of string.</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