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W3D1: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wrapped up Chapters 1–2. Stanley helped find a ring AND mailed himself to California to visit the Jeffreys!
Today: Read Chapter 3: Arthur flies Stanley like a kite in Sherwood Park.
Big Q: Arthur holds the string while Stanley flies. Who is responsible for what goes wrong — Stanley, Arthur, or both?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“You can fly me, Arthur,” Stanley said. “Come on — let’s go to the park.”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stanley would not speak to his brother that evening and at bedtime he was still very cross
Answer: Stanley would not speak to his brother that evening, and at bedtime he was still very cross.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stanley would not speak to his brother that evening and at bedtime he was still very cross
Answer: Stanley would not speak to his brother that evening, and at bedtime he was still very cross.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Copywork: Stanley remembered what his parents had said. He went to a boy whose kite was broken and borrowed a large spool of string.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W3D1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W3D1: spool, cross, breeze, jealous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W3D1
Stanley ran across the grass. → Stanley / ran across the grass
Arthur held the spool. → Arthur / held the spool
The string got shorter. → The string / got shorter
Everyone stood still to watch. → Everyone / stood still to watch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W3D1
Stanley ran across the grass. → Stanley / ran across the grass
Arthur held the spool. → Arthur / held the spool
The string got shorter. → The string / got shorter
Everyone stood still to watch. → Everyone / stood still to watch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W3D1
{"silent-e":["broke","slide","kite","stone"],"closed":["slid","trip","stuck","cross"]}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W3D1
{"silent-e":["broke","slide","kite","stone"],"closed":["slid","trip","stuck","cross"]}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Arthur leaves the spool in a tree and Stanley gets tangled. How do you think Stanley feels about Arthur right now?
Pause: Arthur leaves the spool in a tree and Stanley gets tangled. How do you think Stanley feels about Arthur right now?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How does Stanley become a kite? Describe the steps in order.
Q2: What goes wrong at the park? Who is responsible and why?
Q3: How does this event change the relationship between Stanley and Arthur?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W3D1: DRAFT
Today: DRAFT MIDDLE. Write what happened in the middle of your small moment. Use strong verbs and details that show — not tell.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DAY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Virtue: Courage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Week 3!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3: Arthur flies Stanley like a kite in Sherwood Park.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8653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139696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12848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holds the string while Stanley flies. Who is responsible for what goes wrong — Stanley, Arthur, or both? Why?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can fly me, Arthur,” Stanley said. “Come on — let’s go to the park.”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Arthur is set off by a comma. The dash adds an extra thought. The contraction let’s has an apostrophe.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would not speak to his brother that evening and at bedtime he was still very cross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would not speak to his brother that evening and at bedtime he was still very cross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would not speak to his brother that evening, and at bedtime he was still very cross.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62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CAREFULLY INTO YOUR JOURNAL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554480"/>
          </a:xfrm>
          <a:prstGeom prst="roundRect">
            <a:avLst>
              <a:gd name="adj" fmla="val 5882"/>
            </a:avLst>
          </a:prstGeom>
          <a:solidFill>
            <a:srgbClr val="FFF0F4"/>
          </a:solidFill>
          <a:ln w="12700">
            <a:solidFill>
              <a:srgbClr val="C7627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remembered what his parents had said. He went to a boy whose kite was broken and borrowed a large spool of string.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how the author uses two sentences to show Stanley thinking AND acting. The period separates two complete thoughts.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Define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WORD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 + lock =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6712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 + tie =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12724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 + wrap =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97764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40873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 + do =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Decode &amp; Discover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VOCABULARY — from Flat Stanley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170432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0352" y="1581912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 object that thread or string is wound around.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65192" y="1170432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65192" y="1581912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annoyed.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072384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3163824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breeze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30352" y="3575304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gentle, light wind.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3072384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65192" y="3163824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jealous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65192" y="3575304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what someone else has.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Subject and predicate (Define)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ran across the grass.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held the spool.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string got shorter.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stood still to watch.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Subject and predicate (Define)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ran across the grass.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/ ran across the grass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held the spool.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/ held the spool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string got shorter.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string / got shorter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stood still to watch.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/ stood still to watch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  slide  kite  stone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  trip  stuck  cross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leaves the spool in a tree and Stanley gets tangled. How do you think Stanley feels about Arthur right now?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leaves the spool in a tree and Stanley gets tangled. How do you think Stanley feels about Arthur right now?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Stanley become a kite? Describe the steps in order.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at the park? Who is responsible and why?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event change the relationship between Stanley and Arthur?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DRAFT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middle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DRAFT MIDDLE. Write what happened in the middle of your small moment. Use strong verbs and details that show — not tell.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