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3.1. Reading: Chapter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events affect characters . When something happens in a story, it changes how a character feels, thinks, or 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Stanley would not speak to his brother that evening , and at bedtime he was still very cross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Stanley would not speak to his brother that evening , and at bedtime he was still very cross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board, Arthur, doctor, Stanley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board, Arthur, doctor, Stanley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silent-e: broke, slide, kite, stone | closed: slid, trip, stuck, cross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silent-e: broke, slide, kite, stone | closed: slid, trip, stuck, cross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  ·  Chapter 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gets to fly like a kite. Write about the most exciting thing you have ever done.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gets to fly like a kite. Write about the most exciting thing you have ever done.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leaves the spool in a tree and Stanley gets tangled. How do you think Stanley feels about Arthur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events affect characters . When something happens in a story, it changes how a character feels, thinks, or acts.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fly me, Arthur,” Stanley said. “Come on — let’s go to the park.”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would not speak to his brother that evening and at bedtime he was still very cross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fly me, Arthur,” Stanley said. “Come on — let’s go to the park.”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would not speak to his brother that evening and at bedtime he was still very cross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would not speak to his brother that evening , and at bedtime he was still very cross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UN- MEANS NOT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un- + lock =unlock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un- + tie =untie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un- + wrap =unwrap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un- + do =undo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round object that thread or string is wound around.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gentle, light wind.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PREDICATE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bulletin board fell on Stanley.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slept through the whole thing.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examined him all over.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folded himself into the envelope.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word that names who or what the sentence is about — the subject.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PREDICATE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bulletin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fell on Stanley.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slept through the whole thing.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examined him all over.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folded himself into the envelope.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VOWELS AND SILENT-E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   ·   slide   ·   kite   ·   stone   ·   slid   ·   trip   ·   stuck   ·   cross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silent-e  |  closed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VOWELS AND SILENT-E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“Stanley remembered what his parents had said. He went to a boy whose kite was broken and borrowed a large spool of string.”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when Ralph Jones says, “Well, George, I see you have bought some wallpaper.” A moment later Arthur says “Phooey!” and has to apologize. What happened in this scene that made him say it?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middle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