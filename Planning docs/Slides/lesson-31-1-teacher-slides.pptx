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31 Day 1. Extension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give an example, not just a definition?.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grammar point with students. These are the key patterns to notice before fixing the next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Week 31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Unit — Lesson 31.1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 we are comparing two texts about courage. Before you read, write about what YOU think courage means. When have you seen courage — in real life, in a book, or in a movie?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 we are comparing two texts about courage. Before you read, write about what YOU think courage means. When have you seen courage — in real life, in a book, or in a movie?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give an example, not just a definition?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does it mean to be truly courageous — and is it the same thing in every story we have read this year?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According to the informational text, what is courage? Write the author's definition in your own words.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2646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Abstract noun — the subject of this sentence.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Noun — means the state of something not being there.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Noun — the choice made; note the suffix -ion.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afraid.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Adjective; period ends the compound sentence.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isnt something you are born with its something you practice every day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isnt something you are born with its something you practice every day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isn't something you are born with; it's something you practice every day.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is a proper-sentence opener (capital C); isn't = is + not (contraction); semicolon joins two closely related complete thoughts; it's = it + is (contraction);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Morphology review: prefixes and suffixes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build again — rebuild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not afraid — unafraid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change shape across — transform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without fear — fearless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This week's word part: Review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showing courage; willing to act despite fear.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things are hard or discouraging.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that shows good character and moral strength.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Grammar spiral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Jemmy was scared he kept walking through the dark forest.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 Brat learned an important lesson and he never forgot it.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felt afraid but she stepped through the wardrobe anyway.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Grammar spiral review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afraid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wardrobe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anyway.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Multisyllabic decoding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   fearless     careless     rebuild     unafraid     transform     hopeful     interact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prefix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suffix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Multisyllabic decoding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prefix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suffix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careless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What does it mean to be truly courageous — and is it the same thing in every story we have read this year?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According to the informational text, what is courage? Write the author's definition in your own words.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31 · PLAN Comparison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