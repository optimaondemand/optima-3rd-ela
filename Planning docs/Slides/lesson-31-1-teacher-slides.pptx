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31.1.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Courage absence decision afraid.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Courage isn't something you are born with; it's something you practice every day. 
Look for: Courage is a proper-sentence opener (capital C); isn't = is + not (contraction); semicolon joins two closely related complete thoughts; it's = it + is (contraction);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Courage isn't something you are born with; it's something you practice every day. 
Look for: Courage is a proper-sentence opener (capital C); isn't = is + not (contraction); semicolon joins two closely related complete thoughts; it's = it + is (contraction);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Suffix -ous: courageous | Suffix -less: fearless, careless | Prefix re-: rebuild | Prefix un-: unafraid | Has a suffix: transform | Suffix -ful: hopeful | Has a prefix: interact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Suffix -ous: courageous | Suffix -less: fearless, careless | Prefix re-: rebuild | Prefix un-: unafraid | Has a suffix: transform | Suffix -ful: hopeful | Has a prefix: interact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31.1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looks different in each book we have read. Write about what courage looks like to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looks different in each book we have read. Write about what courage looks like to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commas between the items in a list?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two authors present the same topic or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noun — the subject of this sentence.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means the state of something not being there.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the choice made; note the suffix -ion.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afraid.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Adjective; period ends the compound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isnt something you are born with its something you practice every 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isnt something you are born with its something you practice every day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Courage isn't something you are born with; it's something you practice every day.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is a proper-sentence opener (capital C); isn't = is + not (contraction); semicolon joins two closely related complete thoughts; it's = it + is (contraction);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REVIEW: PREFIXES AND SUFFIXES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 review: prefixes and suffixes.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Jemmy was scared he kept walking through the dark forest.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Brat learned an important lesson and he never forgot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felt afraid but she stepped through the wardrobe anyway.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SPIRAL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Jemmy was scared he kept walking through the dark forest.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Brat learned an important lesson and he never forgot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felt afraid but she stepped through the wardrobe anyway.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   ·   fearless   ·   careless   ·   rebuild   ·   unafraid   ·   transform   ·   hopeful   ·   interact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Suffix -ous  |  Suffix -less  |  Prefix re-  |  Prefix un-  |  Has a suffix  |  Suffix -ful  |  Has a prefix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-ous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13263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1658983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-less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13263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04703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fearless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15046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2860766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5046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06486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16829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4062549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16829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08269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unafraid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8611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22" name="Text 20"/>
          <p:cNvSpPr/>
          <p:nvPr/>
        </p:nvSpPr>
        <p:spPr>
          <a:xfrm>
            <a:off x="5264331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suffix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8611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0051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20394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66114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20394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1834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2177" y="1078992"/>
            <a:ext cx="1110343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30" name="Text 28"/>
          <p:cNvSpPr/>
          <p:nvPr/>
        </p:nvSpPr>
        <p:spPr>
          <a:xfrm>
            <a:off x="7667897" y="1133856"/>
            <a:ext cx="10189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prefix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22177" y="1591056"/>
            <a:ext cx="1110343" cy="21031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13617" y="1700784"/>
            <a:ext cx="927463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