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saw statues began Witch.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came to the Witch's house, he saw many stone creatures in the yard, and he knew he was in the wrong place. 
Look for: When begins the dependent clause; Witch's = possessive (apostrophe + s, capital W); came, saw, knew are all irregular past tenses;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Edmund came to the Witch's house, he saw many stone creatures in the yard, and he knew he was in the wrong place. 
Look for: When begins the dependent clause; Witch's = possessive (apostrophe + s, capital W); came, saw, knew are all irregular past tenses; two commas needed;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waiting was the hardest part.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waiting was the hardest part.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see.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begin.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came to the witchs house he saw many stone creatures in the yard and he knowed he was in the wrong place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Edmund came to the Witch's house, he saw many stone creatures in the yard, and he knew he was in the wrong place.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Witch's = possessive (apostrophe + s, capital W); came, saw, knew are all irregular past tenses; two commas needed;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Aslan had the ______ to call all the creatures of Narnia to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ancient ______ said that when four humans sat on the thrones of Cair Paravel, the Witch's power would end.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had promised to ______ his family, and now he stood at the Witch's door.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