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27 Day 3.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both what I see AND how it makes me feel?.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27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27.3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arrives at the Witch's house and sees creatures turned to stone. Imagine you walked into a room full of stone statues that used to be alive. Write what you see and feel.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arrives at the Witch's house and sees creatures turned to stone. Imagine you walked into a room full of stone statues that used to be alive. Write what you see and feel.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both what I see AND how it makes me feel?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Edmund's perspective change what we know about the danger coming to Narnia?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Edmund sees when he arrives at the Witch's castle in Ch. 9. Use at least two details from the text.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saw statues began Witch.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Witch's = possessive (apostrophe + s, capital W); came, saw, knew are all irregular past tenses; two commas needed;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form means shape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Apply: Build words using form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Edmund's perspective change what we know about the danger coming to Narnia?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Edmund sees when he arrives at the Witch's castle in Ch. 9. Use at least two details from the text.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 were statues all about — everywhere you looked, you could see them. And then you noticed they were looking back.”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reversal using And then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walks through the Witch's castle and sees the stone statues. When did you, as a reader, realize what the statues might mean? What does it feel like when a safe-seeming setting turns frightening?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sentence describes statues. Then  "And then"  shifts everything — suddenly they're looking back. Lewis uses  And then  to signal a reversal. Why is this more powerful than saying it all in one sentence?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27 · REVISE for Precision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