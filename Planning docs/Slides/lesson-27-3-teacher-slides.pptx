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27.3. Reading: Reading: Ch. 7–9.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Edmund saw statues began Witch.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When Edmund came to the Witch's house, he saw many stone creatures in the yard, and he knew he was in the wrong place. 
Look for: When begins the dependent clause; Witch's = possessive (apostrophe + s, capital W); came, saw, knew are all irregular past tenses; two commas needed;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When Edmund came to the Witch's house, he saw many stone creatures in the yard, and he knew he was in the wrong place. 
Look for: When begins the dependent clause; Witch's = possessive (apostrophe + s, capital W); came, saw, knew are all irregular past tenses; two commas needed;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27.3  ·  Reading: Ch. 7–9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time waiting was the hardest part.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time waiting was the hardest part.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7–9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different character perspectives.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past tense of see.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statues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noun — lowercase.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past tense of begin.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edmund came to the witchs house he saw many stone creatures in the yard and he knowed he was in the wrong place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edmund came to the witchs house he saw many stone creatures in the yard and he knowed he was in the wrong place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When Edmund came to the Witch's house, he saw many stone creatures in the yard, and he knew he was in the wrong place.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begins the dependent clause; Witch's = possessive (apostrophe + s, capital W); came, saw, knew are all irregular past tenses; two commas needed;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ROOT/BASE: FORM MEANS SHAPE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Match each clue to the correct word that uses this week's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Aslan had the ______ to call all the creatures of Narnia to battle.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prophecy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ancient ______ said that when four humans sat on the thrones of Cair Paravel, the Witch's power would end.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betray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 had promised to ______ his family, and now he stood at the Witch's door.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Ch. 7–9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 different character perspectives.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 you read today, ask yourself: How does Edmund's perspective change what we know about the danger coming to Narnia?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Describe what Edmund sees when he arrives at the Witch's castle in Ch. 9. Use at least two details from the text.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