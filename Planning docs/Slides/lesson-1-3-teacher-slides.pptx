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1.3. Reading: Chapter 1 (reread).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preview a text and ask questions . This week you have been learning this skill. Today, apply it on your own: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“What’s going on here ?” Stanley called out cheerfully from beneath the enormous board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“What’s going on here ?” Stanley called out cheerfully from beneath the enormous board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The envelope arrived in California., Everyone in the family stared., Stanley rolled up his sleeves., The museum thieves came at night.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The envelope arrived in California., Everyone in the family stared., Stanley rolled up his sleeves., The museum thieves came at night.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closed: shut, help, lost, trap | not closed: made, ride, bone, tube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closed: shut, help, lost, trap | not closed: made, ride, bone, tube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🌟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Reading Routines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1.3  ·  Chapter 1 (reread)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Curiosity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morning that did not go the way you expected.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morning that did not go the way you expected.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name?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(reread)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after the nurse takes Stanley’s measurements — four feet tall, about a foot wide, half an inch thick. Did you notice those numbers the first time you read this chapter? Name one thing rereading showed you that you missed before.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preview a text and ask questions . This week you have been learning this skill. Today, apply it on your own: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“Across it lay the enormous bulletin board that Mr. Lambchop had given the boys a Christmas ago so that they could pin up pictures and messages and maps.”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 going on here stanley called out cheerfully from beneath the enormous board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“Across it lay the enormous bulletin board that Mr. Lambchop had given the boys a Christmas ago so that they could pin up pictures and messages and maps.”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 going on here stanley called out cheerfully from beneath the enormous board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“What’s going on here ?” Stanley called out cheerfully from beneath the enormous board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BASE WORD?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help → help + ing = helping — base word gets a new ending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call → call + ed = called — base word + past ending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Practice: Find the Base Word!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enormous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examined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bulletin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marvel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envelope arrived in California.   |   The envelope from California.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in the whole family.   |   Everyone in the family stared.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rolled up his sleeves.   |   Rolled up his sleeves.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museum thieves at night.   |   The museum thieves came at night.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choice that would finish the thought and make a complete sentence. Tap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envelope arrived in California.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The envelope from California.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in the whole family.   |  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in the family stared.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rolled up his sleeves.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Rolled up his sleeves.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museum thieves at night.   |  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museum thieves came at night.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SYLLABLES AND SHORT VOWELS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   ·   help   ·   lost   ·   trap   ·   made   ·   ride   ·   bone   ·   tube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closed  |  not closed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SYLLABLES AND SHORT VOWELS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tube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(reread)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““Across it lay the enormous bulletin board that Mr. Lambchop had given the boys a Christmas ago so that they could pin up pictures and messages and maps.””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Stop after the nurse takes Stanley’s measurements — four feet tall, about a foot wide, half an inch thick. Did you notice those numbers the first time you read this chapter? Name one thing rereading showed you that you missed before.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IDEAS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feelings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