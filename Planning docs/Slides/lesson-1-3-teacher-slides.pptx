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 Day 3. Launch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explain why I would do each step, not just list steps?.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Week 1 · Day 3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Week — Lesson 1.3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Stanley's parents have to figure out what to do about their flat son. If you were Stanley's mom or dad, what would be the first thing you would do? Write a plan. Start with: 'First, I would...'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Stanley's parents have to figure out what to do about their flat son. If you were Stanley's mom or dad, what would be the first thing you would do? Write a plan. Start with: 'First, I would...'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explain why I would do each step, not just list steps?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is four feet tall, a foot wide, and half an inch thick. What questions do you have about how his life will change?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a pancake,” said Mr. Lambchop. “Darndest thing I’ve ever seen.”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 going on here stanley called out cheerfully from beneath the enormous board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 going on here stanley called out cheerfully from beneath the enormous board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"What&amp;rsquo;s going on here ?" Stanley called out cheerfully from beneath the enormous board 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What is a base word?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cheer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hurry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board where you pin up messages and pictures.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 at very carefully, especially by a doctor.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enormous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Very, very big.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marvel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amazed or surprised by something.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Closed syllables and short vowels review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     help     lost     trap     made     ride     bone     tube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Closed syllables and short vowels review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tube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Chapter 1 (reread)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356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a pancake,” said Mr. Lambchop. “Darndest thing I’ve ever seen.”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Reading-Writing Connection (RWM)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