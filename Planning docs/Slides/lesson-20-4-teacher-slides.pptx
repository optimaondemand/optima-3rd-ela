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20.4. Reading: Ch. 11–15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back at a section and find the single most important turning point. Which moment in Chapters 11–15 changed the story the most?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Betsy thought she heard a shout echo through the prince's forest. 
Look for: Capital B on Betsy; capital B on... wait — apostrophe in prince's (possessive);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Betsy thought she heard a shout echo through the prince's forest. 
Look for: Capital B on Betsy; capital B on... wait — apostrophe in prince's (possessive);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at, below, into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at, below, into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 or or: market, morning, pardon | er, ir, or ur: circle, birch, hurdle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 or or: market, morning, pardon | er, ir, or ur: circle, birch, hurdle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20.4  ·  Ch. 11–15 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carries water for the first time in his life. Write about the first time you did a hard chore.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carries water for the first time in his life. Write about the first time you did a hard chore.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11–15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back at a section and find the single most important turning point. Which moment in Chapters 11–15 changed the story the most?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back at a section and find the single most important turning point. Which moment in Chapters 11–15 changed the story the most?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thought he saw a smile flash across the prince's face.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thought she heard a shout echo through the princes forest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thought she heard a shout echo through the princes forest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Betsy thought she heard a shout echo through the prince's forest.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 on Betsy; capital B on... wait — apostrophe in prince's (possessive);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-EST (DAY 4: EXPLAIN)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bravest — most brave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fastest — most fast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cleverest — most clever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slyest — most sly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barnacle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instinct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embankment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mudlarking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PREPOSITIONS (DAY 4: REVIEW + WRITE)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soldiers rode the river road.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stood at the top of the bank.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boys hid below the embankment.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climbed into the coach without looking back.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PREPOSITIONS (DAY 4: REVIEW + WRITE)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soldiers rode the river road.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stood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top of the bank.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boys hid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embankment.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climbed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coach without looking back.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R-CONTROLLED SYLLABLES (DAY 4: REVIEW + EXPLAIN)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  ·   morning   ·   pardon   ·   circle   ·   birch   ·   hurdle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ar or or  |  er, ir, or ur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R-CONTROLLED SYLLABLES (DAY 4: REVIEW + EXPLAIN)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or 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pardon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ir, or ur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birch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hurdle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11–15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look back at a section and find the single most important turning point. Which moment in Chapters 11–15 changed the story the most?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Rewrite the turtle poem as a real haiku: three lines, 5–7–5, no rhyme. You will have to leave things out. What did you cut?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