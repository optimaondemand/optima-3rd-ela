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20 Day 4.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name a specific thing that made the team work, not just say 'we worked well together'?.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20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20.4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and Prince Brat are starting to become a team. Think about what makes a good team. Write about the best team you have ever been part of (sports, school project, family). What made it work? Start with: 'The best team I was ever on worked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and Prince Brat are starting to become a team. Think about what makes a good team. Write about the best team you have ever been part of (sports, school project, family). What made it work? Start with: 'The best team I was ever on worked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name a specific thing that made the team work, not just say 'we worked well together'?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a section and find the single most important turning point. Which moment in Chapters 11–15 changed the story the most?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a section and find the single most important turning point. Which moment in Chapters 11–15 changed the story the most?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thought he saw a smile flash across the prince's face.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thought she heard a shout echo through the princes forest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thought she heard a shout echo through the princes forest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thought she heard a shout echo through the prince's forest.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 on Betsy; capital B on... wait — apostrophe in prince's (possessive);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-est (Day 4: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brave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fast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clever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sly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barnacle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 creature that sticks permanently to hard surfaces.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behavior that happens automatically.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raised wall of earth beside a river.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mudlarking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river mud for useful objects to sell.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4: Review + Write)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soldiers rode along the river road.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stood at the top of the bank.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hid below the embankment.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climbed into the coach without looking back.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4: Review + Write)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soldiers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4: Review + Explain)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    morning     pardon     circle     birch     hurdle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4: Review + Explain)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pardon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hurdle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11–15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came to Jemmy that perhaps he had never really looked at the prince before. Not truly.”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fragment as addition — Not truly adds depth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realizes he has never really seen the prince as a person. What does it mean to truly look at someone? Can you think of a time when you saw someone differently after getting to know them?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Fleischman adds  "Not truly."  as a second sentence — but it's a fragment, just two words. It corrects the first sentence, but quietly. What does putting it in a separate fragment do that adding  ", not truly"  at the end of the first sentence wouldn't?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20 · Draft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