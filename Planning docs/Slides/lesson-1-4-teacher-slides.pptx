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1.4. Reading: Chapter 1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preview a text and ask questions. You have been practicing this skill all week. Today, explain what previewing does for you as a reader: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Mrs. Lambchop said , “Let’s all have breakfast . Then we’ll go see the doctor about Stanley.”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Mrs. Lambchop said , “Let’s all have breakfast . Then we’ll go see the doctor about Stanley.”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Stanley was not hurt., The bulletin board fell on Stanley., Mrs. Lambchop wrote it down., The boy was as flat as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Stanley was not hurt., The bulletin board fell on Stanley., Mrs. Lambchop wrote it down., The boy was as flat as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closed: hint, plop, stump, shelf | not closed: shine, slope, flute, blaze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closed: hint, plop, stump, shelf | not closed: shine, slope, flute, blaze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🌟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Reading Routines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1.4  ·  Chapter 1 Review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Curiosity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think is the best thing about being you? Write at least three sentences.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think is the best thing about being you? Write at least three sentences.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read my writing out loud to check that it makes sense?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 Review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is flat but seems okay. What would YOU try if you were flat? What would worry you?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preview a text and ask questions. You have been practicing this skill all week. Today, explain what previewing does for you as a reader: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Dan examined Stanley all over. “We’ll just have to keep an eye on this young fellow,” he said.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 lambchop said lets all have breakfast then well go see the doctor about stanley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Dan examined Stanley all over. “We’ll just have to keep an eye on this young fellow,” he said.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 lambchop said lets all have breakfast then well go see the doctor about stanley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Mrs. Lambchop said , “Let’s all have breakfast . Then we’ll go see the doctor about Stanley.”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BASE WORD?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flat — base word — stands alone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flat + ten = flatten — base flat + ending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Practice: Match the Word to Its Base!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WEEK'S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enormous  </a:t>
            </a:r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was not hurt.   |   Not hurt at all.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of the bulletin board.   |   The bulletin board fell on Stanley.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Mrs. Lambchop wrote it down.   |   Wrote it down in her notebook.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boy as flat as paper.   |   The boy was as flat as paper.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Tap the complete sentence in each row. Be ready to say how you knew. Tap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was not hurt.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Not hurt at all.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of the bulletin board.   |  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bulletin board fell on Stanley.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Mrs. Lambchop wrote it down.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Wrote it down in her notebook.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boy as flat as paper.   |  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boy was as flat as paper.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SYLLABLES AND SHORT VOWELS REVIEW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   ·   plop   ·   stump   ·   shelf   ·   shine   ·   slope   ·   flute   ·   blaze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closed  |  not closed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SYLLABLES AND SHORT VOWELS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plop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stump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blaze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 Review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Stanley is flat but seems okay. What would YOU try if you were flat? What would worry you?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IDEAS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seed idea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2026-09-07T02:56:15Z</dcterms:created>
  <dcterms:modified xsi:type="dcterms:W3CDTF">2026-09-07T02:56:15Z</dcterms:modified>
</cp:coreProperties>
</file>