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 Day 4. Launch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show the feeling with thoughts and actions instead of just saying 'he felt sad' or 'he felt scared'?.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Week 1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Week — Lesson 1.4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Stanley right after he gets flattened. He might feel scared, confused, curious, or even a little excited. Pick one feeling and write about what Stanley might be thinking. Use details to show the feeling instead of just naming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Stanley right after he gets flattened. He might feel scared, confused, curious, or even a little excited. Pick one feeling and write about what Stanley might be thinking. Use details to show the feeling instead of just naming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show the feeling with thoughts and actions instead of just saying 'he felt sad' or 'he felt scared'?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flat but seems okay. What would YOU try if you were flat? What would worry you?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examined Stanley all over. “We’ll just have to keep an eye on this young fellow,” he said.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said , "Let&amp;rsquo;s all have breakfast . Then we&amp;rsquo;ll go see the doctor about Stanley."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What is a base word?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 → cheer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sleeping → sleep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unroll → roll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 → examine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    plop     stump     shelf     shine     slope     flute     blaze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stump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 1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