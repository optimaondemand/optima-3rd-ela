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1, Day 4
Chapter 1 Wrap-Up
Virtue: Cheerfulness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reread Chapter 1 and practiced asking questions. Good readers wonder — even on a second read.
Today: Chapter 1 Review — reflect on everything that happened and wrap up our thinking.
Big Q: At the end of Chapter 1, Stanley is flat but calm. Do you think being cheerful is a choice? Why or why not?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Dr. Dan examined Stanley all over. "We'll just have to keep an eye on this young fellow," he said.
"Dr." has a period because it’s an abbreviation. Two sentences: one narration, one dialogue. "We'll" = We will (apostrophe for contraction). Dialogue comma goes inside the closing quote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Fix: mrs lambchop said lets all have breakfast then well go see the doctor about stanley
Errors: capitalize Mrs. with period, add comma after said, open quotation mark, apostrophes in Let's and we'll, capitalize Stanley, close quotation mark
Answer: Mrs. Lambchop said, "Let's all have breakfast. Then we'll go see the doctor about Stanley."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Fix: mrs lambchop said lets all have breakfast then well go see the doctor about stanley
Errors: capitalize Mrs. with period, add comma after said, open quotation mark, apostrophes in Let's and we'll, capitalize Stanley, close quotation mark
Answer: Mrs. Lambchop said, "Let's all have breakfast. Then we'll go see the doctor about Stanley."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Something New
When something new happens to you,
You might not know quite what to do.
But look around and you will see —
New shapes can set your thinking free.
Discussion: The poem says new shapes can "set your thinking free." How does Stanley’s flatness open up possibilities? What new things can he 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Day 4
Items: cheerfully-&gt;cheer, sleeping-&gt;sleep, unroll-&gt;roll, examined-&gt;examine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Day 4 (Choice Board)
Words: bulletin, examined, enormous, marvel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Day 4
Stanley felt fine now.: Complete | Very tickly after getting up.: Fragment | The nurse took his measurements.: Complete | Four feet tall and half an inch.: Fragment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Day 4
Stanley felt fine now.: Complete | Very tickly after getting up.: Fragment | The nurse took his measurements.: Complete | Four feet tall and half an inch.: Fragment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Day 4
Closed: hint, plop, stump, shelf
Not closed: shine, slope, flute, blaze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Day 4
Closed: hint, plop, stump, shelf
Not closed: shine, slope, flute, blaze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Chapter 1 Review — Reflect &amp; Respond
WGRD: Stanley is flat but seems okay. What would YOU try if you were flat? What would worry you?
Pause: If you were Dr. Dan, what advice would you give the Lambchop family about living with a flat boy?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Retell Chapter 1 in your own words. Include the most important events in order.
Q2: Why did the author make Stanley cheerful instead of scared? How does that choice affect the story?
Q3: If you could ask Stanley one question about being flat, what would it be?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Day 4
Stage: SEED IDEAS CHECK — Read back your sentences. Does it show a real feeling? Add one more specific detail.
RWM: none
Prompt: Dr. Dan said they'd keep an eye on Stanley. Write 3–4 sentences predicting what you think will happen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DAY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Wrap-Up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Virtue: Cheerfulness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33856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2252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reread Chapter 1 and practiced asking questions. Good readers wonder — even on a second read.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322576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41401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Review — reflect on everything that happened and wrap up our thinking.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5760" y="3081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374136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465576"/>
            <a:ext cx="8046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Chapter 1, Stanley is flat but calm. Do you think being cheerful is a choice? Why or why not?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examined Stanley all over. "We'll just have to keep an eye on this young fellow," he said.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"Dr." has a period because it’s an abbreviation. Two sentences: one narration, one dialogue. "We'll" = We will (apostrophe for contraction). Dialogue comma goes inside the closing quote mark.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lambchop said lets all have breakfast then well go see the doctor about stanley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capitalize Mrs. with period, add comma after said, open quotation mark, apostrophes in Let's and we'll, capitalize Stanley, close quotation mark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lambchop said lets all have breakfast then well go see the doctor about stanley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capitalize Mrs. with period, add comma after said, open quotation mark, apostrophes in Let's and we'll, capitalize Stanley, close quotation mark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33756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34107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said, "Let's all have breakfast. Then we'll go see the doctor about Stanley."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3017520"/>
          </a:xfrm>
          <a:prstGeom prst="roundRect">
            <a:avLst>
              <a:gd name="adj" fmla="val 303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New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new happens to you,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might not know quite what to do.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look around and you will see —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shapes can set your thinking free.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251960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31596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says new shapes can "set your thinking free." How does Stanley’s flatness open up possibilities? What new things can he do?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Base Words (Explain — Match to Base)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base word: stands alone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+ ten = flatten — base + ending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304288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230428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114800" y="230428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754880" y="2304288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230428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65760" y="3054096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0540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114800" y="305409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754880" y="3054096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54880" y="305409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65760" y="3803904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5760" y="3803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unroll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114800" y="3803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54880" y="3803904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803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365760" y="4553712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45537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114800" y="45537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4754880" y="4553712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54880" y="45537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365760" y="5376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YOU KNOW → in your journal: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5669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vocabulary word. Write its definition and use it in a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Choice Board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BOARD — Pick ONE word. Write its definition + a sentence.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70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48640" y="15819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0391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1078992"/>
            <a:ext cx="420624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1170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983480" y="15819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carefully, especially by a doctor.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0391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862072"/>
            <a:ext cx="420624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953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48640" y="336499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big.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221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2862072"/>
            <a:ext cx="420624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83480" y="2953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4983480" y="336499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38221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Complete Sentences (Explain)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or FRAGMENT?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2070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felt fine now.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28600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395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tickly after getting up.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47472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5844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took his measurements.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66344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773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feet tall and half an inch.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Complete Sentences (Explain)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or FRAGMENT?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20700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felt fine now.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269480" y="109728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269480" y="109728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28600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39572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tickly after getting up.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269480" y="228600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228600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47472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5844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took his measurements.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269480" y="347472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69480" y="347472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66344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7316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feet tall and half an inch.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269480" y="466344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69480" y="466344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✗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Closed Syllables (Explain)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WORDS: CLOSED SYLLABLE or NOT?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plop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stump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11696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11696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542032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26864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11696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11696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Closed Syllables (Explain)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WORDS: CLOSED SYLLABLE or NOT?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plop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stump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11696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11696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542032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26864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11696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11696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5760" y="2487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(consonant ends the syllable → short vowel)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43200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43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   plop   stump   shelf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663440" y="2487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 (long vowel or other pattern)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2743200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43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   slope   flute   blaze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syllable ends in a consonant and has a SHORT vowel sound. An open syllable ends in a vowel and has a LONG vowel sound.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Chapter 1 Wrap-Up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REVIEW — REFLECT &amp; RESPOND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Think About This: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444752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is flat but seems okay. What would YOU try if you were flat? What would worry you?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24942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542032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Dr. Dan, what advice would you give the Lambchop family about living with a flat boy?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188720"/>
            <a:ext cx="7452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Retell Chapter 1 in your own words. Include the most important events in order.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6517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761488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2761488"/>
            <a:ext cx="7452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the author make Stanley cheerful instead of scared? How does that choice affect the story?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65760" y="4224528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334256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334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334256"/>
            <a:ext cx="7452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ask Stanley one question about being flat, what would it be?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SEED IDEAS CHECK — Read back your sentences. Does it show a real feeling? Add one more specific detail.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CONNECTION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0008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41448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said they'd keep an eye on Stanley. Write 3–4 sentences predicting what you think will happen next.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2026-07-10T22:05:39Z</dcterms:created>
  <dcterms:modified xsi:type="dcterms:W3CDTF">2026-07-10T22:05:39Z</dcterms:modified>
</cp:coreProperties>
</file>