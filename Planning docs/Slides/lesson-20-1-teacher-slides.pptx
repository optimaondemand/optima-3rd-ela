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20 Day 1.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include both my first impression AND what I learned later?.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20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20.1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starts to change in this part of the book. He is beginning to see Jemmy as a real person, not just a servant. Write about a time you got to know someone better and realized they were different from what you first thought.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starts to change in this part of the book. He is beginning to see Jemmy as a real person, not just a servant. Write about a time you got to know someone better and realized they were different from what you first thought.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include both my first impression AND what I learned later?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read between the lines. When a character doesn't explain their feelings, look at their ACTIONS. Watch what the prince DOES — not just what he says.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read between the lines. When a character doesn't explain their feelings, look at their ACTIONS. Watch what the prince DOES — not just what he says.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crossed to the wicker basket and snatched up an uneaten apple tart.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crept to the wooden door and pressed his ear against the cold oak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crept to the wooden door and pressed his ear against the cold oak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crept to the wooden door and pressed his ear against the cold oak.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J on Jemmy; period at the end. Simple narration with two verbs.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Suffix -est means most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dark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wild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strange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most bold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bewildered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Completely confused and unable to understand what is happening.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trifle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small thing; something not worth much.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trickery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clever or dishonest tricks to get what you want.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paid or demanded to free a prisoner.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Prepositions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burrowed under the moldy straw.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sat on a pile of bed straw.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stomped across the dirt floor.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candle burned inside the dark hut.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Prepositions (Day 1: Define)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burrowed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moldy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straw.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straw.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stomped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hut.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r-Controlled Syllables (Day 1: Define)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    storm     park     fern     bird     burn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r-Controlled Syllables (Day 1: Define)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or 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ir, or ur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11–12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20 · Draft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