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20.1. Reading: Ch. 11–12.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read between the lines. When a character doesn't explain their feelings, look at their ACTIONS. Watch what the prince DOES — not just what he says.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Jemmy crept to the wooden door and pressed his ear against the cold oak. 
Look for: Capital J on Jemmy; period at the end. Simple narration with two verbs.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Jemmy crept to the wooden door and pressed his ear against the cold oak. 
Look for: Capital J on Jemmy; period at the end. Simple narration with two verbs.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on, across, inside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on, across, inside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 or or: garden, storm, park | er, ir, or ur: fern, bird, burn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 or or: garden, storm, park | er, ir, or ur: fern, bird, burn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20.1  ·  Ch. 11–12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knows the sewers and the streets. Write about a place you know better than the adults around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knows the sewers and the streets. Write about a place you know better than the adults around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place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11–12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read between the lines. When a character doesn't explain their feelings, look at their ACTIONS. Watch what the prince DOES — not just what he says.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read between the lines. When a character doesn't explain their feelings, look at their ACTIONS. Watch what the prince DOES — not just what he says.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crossed to the wicker basket and snatched up an uneaten apple tart.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crept to the wooden door and pressed his ear against the cold oak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crept to the wooden door and pressed his ear against the cold oak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Jemmy crept to the wooden door and pressed his ear against the cold oak.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J on Jemmy; period at the end. Simple narration with two verbs.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-EST MEANS MOST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darkest — most dark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wildest — most wild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strangest — most strange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boldest — most bold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bewildered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confused and unable to understand what is happening.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trifle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small thing; something not worth much.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trickery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clever or dishonest tricks to get what you want.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paid or demanded to free a prisoner.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PREPOSITIONS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burrowed the moldy straw.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sat on a pile of bed straw.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stomped across the dirt floor.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candle burned inside the dark hut.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PREPOSITIONS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burrowed the moldy straw.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sat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pile of bed straw.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stomped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dirt floor.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candle burned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dark hut.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R-CONTROLLED SYLLABLES (DAY 1: DEFINE)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  ·   storm   ·   park   ·   fern   ·   bird   ·   burn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ar or or  |  er, ir, or ur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R-CONTROLLED SYLLABLES (DAY 1: DEFINE)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or or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ir, or ur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11–12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Good readers read between the lines. When a character doesn't explain their feelings, look at their ACTIONS. Watch what the prince DOES — not just what he says.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Where does the dot fall — before, between, or after the two consonants?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