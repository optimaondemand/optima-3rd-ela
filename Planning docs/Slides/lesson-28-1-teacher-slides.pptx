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28 Day 1.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use my senses to show the change instead of just telling about it?.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28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28.1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is breaking through in Narnia — the snow is melting, flowers are appearing. Describe a time you noticed the seasons changing. What did you see, hear, or feel that told you something was different?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is breaking through in Narnia — the snow is melting, flowers are appearing. Describe a time you noticed the seasons changing. What did you see, hear, or feel that told you something was different?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my senses to show the change instead of just telling about it?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symbolism and repeated ideas.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does it mean when something in a story stands for more than just itself?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Ch. 10, the snow begins to melt and spring arrives. What do you think the thaw represents — what bigger idea might it stand for?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 Aslan's was thaw.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robins song wasnt something they had heard before and the creatures of narnia couldnt believe what was happening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robins song wasnt something they had heard before and the creatures of narnia couldnt believe what was happening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Robin's = possessive (apostrophe + s); wasn't = was + not (contraction); Narnia = proper noun (capital N); couldn't = could + not (contraction); comma before and;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Root/base: script/scribe means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write details about — describe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written by hand — manuscript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scription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writing carved into something — inscription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scription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a written order for medicine — prescription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This week's word part: script/scribe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new again; restored to a fresh state.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herald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announces something important is coming.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solemn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Serious, formal, and sincere — not playful.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Apostrophes in contractions and possessives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Witch's wand was made of white bone.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couldn't see Aslan from where they stood.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Tumnus's cave had been destroyed by the Witch's soldiers.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Apostrophes in contractions and possessives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couldn't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stood.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Tumnus's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soldiers.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Schwa sound in longer words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    afraid     along     await     problem     moment     season     forgotten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spelled with 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spelled with e or o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Schwa sound in longer words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spelled with 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afraid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 spelled with e or 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forgotten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10–12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does it mean when something in a story stands for more than just itself?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Ch. 10, the snow begins to melt and spring arrives. What do you think the thaw represents — what bigger idea might it stand for?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28 · ADD Symbol Evidence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