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28.1. Reading: Reading: Ch. 10–12.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Witch's Aslan's was thaw.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robin's song wasn't something they had heard before, and the creatures of Narnia couldn't believe what was happening. 
Look for: Robin's = possessive (apostrophe + s); wasn't = was + not (contraction); Narnia = proper noun (capital N); couldn't = could + not (contraction); comma before and;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robin's song wasn't something they had heard before, and the creatures of Narnia couldn't believe what was happening. 
Look for: Robin's = possessive (apostrophe + s); wasn't = was + not (contraction); Narnia = proper noun (capital N); couldn't = could + not (contraction); comma before and;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Witch's, couldn't, Tumnus's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Witch's, couldn't, Tumnus's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Schwa spelled with e or o: about, afraid, along, await | Schwa spelled with a: problem, moment, season, forgotten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Schwa spelled with e or o: about, afraid, along, await | Schwa spelled with a: problem, moment, season, forgotten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28.1  ·  Reading: Ch. 10–12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turns to spring in a single chapter. Describe a change that happened faster than you expected.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turns to spring in a single chapter. Describe a change that happened faster than you expected.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describing words that tell what something looked like?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10–12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symbolism and repeated ideas.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Witch's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— the winter belonging to the Witch; apostrophe + 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Aslan's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— return belonging to Aslan; apostrophe + 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linking verb — consistent tense.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thaw.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— ends the compound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robins song wasnt something they had heard before and the creatures of narnia couldnt believe what was happening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robins song wasnt something they had heard before and the creatures of narnia couldnt believe what was happening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robin's song wasn't something they had heard before, and the creatures of Narnia couldn't believe what was happening.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Robin's = possessive (apostrophe + s); wasn't = was + not (contraction); Narnia = proper noun (capital N); couldn't = could + not (contraction); comma before and;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SCRIPT/SCRIBE MEANS WRITE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Root/base: script/scribe means write.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Fill in the missing part after the prefix to build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APOSTROPHES IN CONTRACTIONS AND POSSESSIVES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Witch's wand was made of white bone.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couldn't see Aslan from where they stood.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Tumnus's cave had been destroyed by the Witch's soldiers.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 that does NOT match the correct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APOSTROPHES IN CONTRACTIONS AND POSSESSIVES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Witch's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wand was made of white bone.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 Aslan from where they stood.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Tumnus's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cave had been destroyed by the Witch's soldiers.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 SOUND IN LONGER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  ·   afraid   ·   along   ·   await   ·   problem   ·   moment   ·   season   ·   forgotten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Schwa spelled with e or o  |  Schwa spelled with a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 SOUND IN LONGER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 spelled with e or 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afraid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 spelled with 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10–12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Notice symbolism and repeated ideas.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What does it mean when something in a story stands for more than just itself?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Ch. 10, the snow begins to melt and spring arrives. What do you think the thaw represents — what bigger idea might it stand for?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