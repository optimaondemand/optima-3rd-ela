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Witch's Aslan's was thaw.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robin's song wasn't something they had heard before, and the creatures of Narnia couldn't believe what was happening. 
Look for: Robin's = possessive (apostrophe + s); wasn't = was + not (contraction); Narnia = proper noun (capital N); couldn't = could + not (contraction); comma before and;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robin's song wasn't something they had heard before, and the creatures of Narnia couldn't believe what was happening. 
Look for: Robin's = possessive (apostrophe + s); wasn't = was + not (contraction); Narnia = proper noun (capital N); couldn't = could + not (contraction); comma before and;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Witch's, couldn't, Tumnus's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Witch's, couldn't, Tumnus's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Schwa spelled with e or o: about, afraid, along, await | Schwa spelled with a: problem, moment, season, forgotten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Schwa spelled with e or o: about, afraid, along, await | Schwa spelled with a: problem, moment, season, forgotten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turns to spring in a single chapter. Describe a change that happened faster than you expected.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turns to spring in a single chapter. Describe a change that happened faster than you expected.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describing words that tell what something looked like?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winter belonging to the Witch; apostrophe + 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return belonging to Aslan; apostrophe + 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linking verb — consistent tense.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thaw.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— ends the compound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robins song wasnt something they had heard before and the creatures of narnia couldnt believe what was happening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robins song wasnt something they had heard before and the creatures of narnia couldnt believe what was happening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robin's song wasn't something they had heard before, and the creatures of Narnia couldn't believe what was happening.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Robin's = possessive (apostrophe + s); wasn't = was + not (contraction); Narnia = proper noun (capital N); couldn't = could + not (contraction); comma before and;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script/scribe means write.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wand was made of white bone.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couldn't see Aslan from where they stood.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Tumnus's cave had been destroyed by the Witch's soldiers.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wand was made of white bone.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couldn't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see Aslan from where they stood.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Tumnus's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cave had been destroyed by the Witch's soldiers.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SOUND IN LONGER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  ·   afraid   ·   along   ·   await   ·   problem   ·   moment   ·   season   ·   forgotten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Schwa spelled with e or o  |  Schwa spelled with 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SOUND IN LONGER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e or 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forgotten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