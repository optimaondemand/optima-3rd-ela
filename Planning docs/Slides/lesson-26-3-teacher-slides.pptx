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26 Day 3. The Lion, the Witch and the Wardrobe.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why sharing the moment mattered?.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26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4A90D9"/>
                </a:solidFill>
                <a:latin typeface="Calibri" pitchFamily="34" charset="0"/>
                <a:ea typeface="Calibri" pitchFamily="34" charset="-122"/>
                <a:cs typeface="Calibri" pitchFamily="34" charset="-120"/>
              </a:rPr>
              <a:t>The Lion, the Witch and the Wardrobe — Lesson 26.3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All four children tumble into Narnia together. Write about a time you discovered something amazing with a friend or family member. What made sharing it special?</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All four children tumble into Narnia together. Write about a time you discovered something amazing with a friend or family member. What made sharing it special?</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why sharing the moment mattered?</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Track choices and consequences.</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As you read today, ask yourself: What details in Ch. 6 show you that the children are committed to Narnia — no turning back?</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 the children find when they reach Mr Tumnus's cave? List three details from Ch. 6.</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in a fantasy story slow down and pay attention to how the author builds the world . Details of setting, character, and pattern all work together to create meaning.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Peter apologised Lucy because wardrobe.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when the children tumbled out of the wardrobe into narnia they see snow on the trees and hear silence all around them</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when the children tumbled out of the wardrobe into narnia they see snow on the trees and hear silence all around them</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When begins the dependent clause; comma after Narnia; Narnia is a proper noun; tumbled, saw, heard are all past tense (consistent);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trans- means across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5" name="Text 3"/>
          <p:cNvSpPr/>
          <p:nvPr/>
        </p:nvSpPr>
        <p:spPr>
          <a:xfrm>
            <a:off x="640080" y="1325880"/>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Apply: Build words using trans-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Reading: Ch. 4–6</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As you read today, ask yourself: What details in Ch. 6 show you that the children are committed to Narnia — no turning back?</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do the children find when they reach Mr Tumnus's cave? List three details from Ch. 6.</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“They walked on in silence, and they felt the cold, and they saw the stars begin to come out, and the trees stood tall all around them.”</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and... and... and chain — slowing down time with list</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All four children are in Narnia together for the first time. Lewis lists everything they feel and see using "and" over and over. What feeling does this list create? Does it feel exciting? Peaceful? Overwhelming?</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Lewis strings four separate observations together with  "and."  This is called a polysyndeton — using more connectors than usual. Read it aloud. How does it change your reading speed compared to using commas? Why might that slower rhythm fit this moment?</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26 · COMPLETE Draft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