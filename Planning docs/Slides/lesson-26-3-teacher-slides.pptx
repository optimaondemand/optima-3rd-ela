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26.3. Reading: 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Good readers in a fantasy story slow down and pay attention to how the author builds the world . Details of setting, character, and pattern all work together to create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sentence in the lesson: Peter apologised Lucy because wardrobe.
Tap through each highlighted word in the lesson and name what it does right before moving to the fix-it.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When the children tumbled out of the wardrobe into Narnia, they saw snow on the trees and heard silence all around them. 
Look for: When begins the dependent clause; comma after Narnia; Narnia is a proper noun; tumbled, saw, heard are all past tense (consistent); period 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When the children tumbled out of the wardrobe into Narnia, they saw snow on the trees and heard silence all around them. 
Look for: When begins the dependent clause; comma after Narnia; Narnia is a proper noun; tumbled, saw, heard are all past tense (consistent); period 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word appears in the chapters read this week, in the author’s own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🦁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Lion, the Witch and the Wardrobe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26.3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Loyalty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about what you would pack if you had to leave home in a hurry.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about what you would pack if you had to leave home in a hurry.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use commas between the items in a list?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1498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4300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choices and consequences.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18745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211226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in a fantasy story slow down and pay attention to how the author builds the world . Details of setting, character, and pattern all work together to create meaning.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GRAMMAR POINTS IN THE MODEL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887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Peter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 noun — capital P.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19072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10512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apologised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Past-tense verb — consistent tense.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340864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432304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Lucy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 noun — capital L.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65760" y="2962656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054096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because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word — begins the dependent clause.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children tumbled out of the wardrobe into narnia they see snow on the trees and hear silence all around them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the sentence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children tumbled out of the wardrobe into narnia they see snow on the trees and hear silence all around them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Corrected: When the children tumbled out of the wardrobe into Narnia, they saw snow on the trees and heard silence all around them.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begins the dependent clause; comma after Narnia; Narnia is a proper noun; tumbled, saw, heard are all past tense (consistent); period ends.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TRANS- MEANS ACROSS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Match each clue to the correct word that uses this week's word part.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 Vocabulary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enchanted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Witch placed an ______ spell on the sweets so that anyone who ate them would always want more.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288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dominions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White Witch believed all the creatures of Narnia were part of her ______ 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wretched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Edmund felt ______ about what he had done, but he told himself he did not care.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Today’s chapters</a:t>
            </a:r>
            <a:endParaRPr lang="en-US" sz="2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2026-09-08T13:30:01Z</dcterms:created>
  <dcterms:modified xsi:type="dcterms:W3CDTF">2026-09-08T13:30:01Z</dcterms:modified>
</cp:coreProperties>
</file>