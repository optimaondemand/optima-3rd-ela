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26.3.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Peter apologised Lucy because wardrobe.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the children tumbled out of the wardrobe into Narnia, they saw snow on the trees and heard silence all around them. 
Look for: When begins the dependent clause; comma after Narnia; Narnia is a proper noun; tumbled, saw, heard are all past tense (consistent);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the children tumbled out of the wardrobe into Narnia, they saw snow on the trees and heard silence all around them. 
Look for: When begins the dependent clause; comma after Narnia; Narnia is a proper noun; tumbled, saw, heard are all past tense (consistent);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26.3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would pack if you had to leave home in a hurry.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would pack if you had to leave home in a hurry.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commas between the items in a list?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choices and consequences.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apologised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 — consistent tense.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word — begins the dependent clause.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children tumbled out of the wardrobe into narnia they see snow on the trees and hear silence all around them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children tumbled out of the wardrobe into narnia they see snow on the trees and hear silence all around them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When the children tumbled out of the wardrobe into Narnia, they saw snow on the trees and heard silence all around them.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begins the dependent clause; comma after Narnia; Narnia is a proper noun; tumbled, saw, heard are all past tense (consistent);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TRANS- MEANS ACROSS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enchanted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placed an ______ spell on the sweets so that anyone who ate them would always want more.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Witch believed all the creatures of Narnia were part of her ______ 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wretched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felt ______ about what he had done, but he told himself he did not care.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