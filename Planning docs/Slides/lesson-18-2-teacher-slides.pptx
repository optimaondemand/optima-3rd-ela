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18.2. Reading: Ch. 3–4.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notice when characters make bad decisions. Watch how the prince's choice to run away leads to trouble — and ask: who is responsible?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"I am not afraid of you," Jemmy said to Billy. 
Look for: Opening quotation mark; capital I on I am; comma inside the closing quote; capital J on Jemmy; capital B on Billy (proper name);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"I am not afraid of you," Jemmy said to Billy. 
Look for: Opening quotation mark; capital I on I am; comma inside the closing quote; capital J on Jemmy; capital B on Billy (proper name);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so, and, but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so, and, but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Closed 1st syllable: happen, goblin, muffin, sudden | Closed 2nd syllable: pencil, perfect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Closed 1st syllable: happen, goblin, muffin, sudden | Closed 2nd syllable: pencil, perfect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👑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Whipping Boy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18.2  ·  Ch. 3–4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Perseverance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behaves badly on purpose. Why do you think he does that? Write what you believe.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behaves badly on purpose. Why do you think he does that? Write what you believe.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end each sentence with the right punctuation mark?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3–4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notice when characters make bad decisions. Watch how the prince's choice to run away leads to trouble — and ask: who is responsible?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notice when characters make bad decisions. Watch how the prince's choice to run away leads to trouble — and ask: who is responsible?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am running away," the prince announced to Jemmy.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not afraid of you jemmy said to billy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not afraid of you jemmy said to billy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"I am not afraid of you," Jemmy said to Billy.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quotation mark; capital I on I am; comma inside the closing quote; capital J on Jemmy; capital B on Billy (proper name);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OVER- (DAY 2: IDENTIFY)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overpowered — controlled by too much force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oversleep — to sleep too long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overreacted — did too much in response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overconfident — too sure of oneself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astonishment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feeling of great surprise or shock.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gallows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 used for hanging; Jemmy fears this punishment.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strayed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Wandered off the path by mistake.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cutthroat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dangerous criminal who would do anything for money.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CONJUNCTIONS: AND, BUT, SO (DAY 2: IDENTIFY)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night was dark, the moon gave them light.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heard voices, so he froze in place.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Billy smelled like garlic, and Cutwater was thin as a bone.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could run, but the prince had no friends.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word that fits the rule.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CONJUNCTIONS: AND, BUT, SO (DAY 2: IDENTIFY)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night was dark, the moon gave them light.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heard voices,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 froze in place.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Billy smelled like garlic,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Cutwater was thin as a bone.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could run,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prince had no friends.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SYLLABLES (DAY 2: IDENTIFY)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   ·   goblin   ·   muffin   ·   sudden   ·   pencil   ·   perfect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Closed 1st syllable  |  Closed 2nd syllable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SYLLABLES (DAY 2: IDENTIFY)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1st syllable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goblin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muffin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2nd syllable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pencil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3–4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Chapter 3 gives the prince's real reason for running away. What is it?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 Chapter 4, two dangerous strangers appear. Who are they, and what do they want?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2026-09-08T13:30:00Z</dcterms:created>
  <dcterms:modified xsi:type="dcterms:W3CDTF">2026-09-08T13:30:00Z</dcterms:modified>
</cp:coreProperties>
</file>