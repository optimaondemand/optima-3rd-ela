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1–2: We met Jemmy, the whipping boy who takes the prince's punishments. Prince Brat gets every wish — except discipline.
TODAY: Ch. 3–4: The prince runs away — and drags Jemmy with him into the night.
BIG Q: The prince says he is bored. Is boredom a good reason to put someone else in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"i am not afraid of you jemmy said to billy"
Corrected: ""I am not afraid of you," Jemmy said to Billy."
Errors: Opening quotation mark; capital I on I am; comma inside the closing quote; capital J on Jemmy; capital B on Billy (proper name);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"i am not afraid of you jemmy said to billy"
Corrected: ""I am not afraid of you," Jemmy said to Billy."
Errors: Opening quotation mark; capital I on I am; comma inside the closing quote; capital J on Jemmy; capital B on Billy (proper name);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overpowered — controlled by too much force | oversleep — to sleep too long | overreacted — did too much in response | overconfident — too sure of oneself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astonishment: A feeling of great surprise or shock. | gallows: A frame used for hanging; Jemmy fears this punishment. | strayed: Wandered off the path by mistake. | cutthroat: A dangerous criminal who would do anything for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night was dark, [but] the moon gave them light." → but | "Billy grabbed the prince, [and] Jemmy watched in horror." → and | "Cutwater was hungry, [so] he demanded food." → so | "The prince yelled loudly, [but] no one came."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night was dark, [but] the moon gave them light." → but | "Billy grabbed the prince, [and] Jemmy watched in horror." → and | "Cutwater was hungry, [so] he demanded food." → so | "The prince yelled loudly, [but] no one came."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1st syllable: happen, goblin, muffin, sudden | Closed 2nd syllable: pencil,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1st syllable: happen, goblin, muffin, sudden | Closed 2nd syllable: pencil,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3–4
When The Whipping Boy sees Jeremy tangled in string and the cat coming, she could have run. She stays and unties him instead. Later, Nicodemus and the rats agree to move her cinderblock house — a dangerous, hours-long job — because she asked for help.
Chapter 3 gives the prince's real reason for running away. What is it?
In Chapter 4, two dangerous strangers appear. Who are they, and what do they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Choose a Claim
Focus: Opinion: make a claim about which character has the harder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18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3–4</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The Runaways; Containing hands in the fog</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18  ·  Virtue: Courage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1–2: We met Jemmy, the whipping boy who takes the prince's punishments. Prince Brat gets every wish — except discipline.</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3–4: The prince runs away — and drags Jemmy with him into the night.</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The prince says he is bored. Is boredom a good reason to put someone else in danger?</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notice when characters make bad decisions. Watch how the prince's choice to run away leads to trouble — and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am running away," the prince announced to Jemmy.</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am not afraid of you jemmy said to billy</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I on I am; comma inside the closing quote; capital J on Jemmy; capital B on Billy (proper name);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am not afraid of you jemmy said to billy</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I on I am; comma inside the closing quote; capital J on Jemmy; capital B on Billy (proper name);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 am not afraid of you," Jemmy said to Billy.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over-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overpowered — controlled by too much force</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oversleep — to sleep too long</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overreacted — did too much in response</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overconfident — too sure of oneself</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astonishment   ·   gallows   ·   strayed   ·   cutthroat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astonishment</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feeling of great surprise or shock.</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gallows</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frame used for hanging; Jemmy fears this punishment.</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strayed</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Wandered off the path by mistake.</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cutthroat</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dangerous criminal who would do anything for money.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and, but, so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night was dark, _____ the moon gave them light.</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grabbed the prince, _____ Jemmy watched in horror.</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was hungry, _____ he demanded food.</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yelled loudly, _____ no one came.</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and, but, so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night was dark,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the moon gave them light.</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grabbed the prince,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Jemmy watched in horror.</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was hungry,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he demanded food.</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yelled loudly,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no one came.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(Day 2: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happen   ·   goblin   ·   muffin   ·   sudden   ·   pencil   ·   perfect</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1st syllable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Closed 2nd syllable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(Day 2: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773936"/>
          </a:xfrm>
          <a:prstGeom prst="roundRect">
            <a:avLst>
              <a:gd name="adj" fmla="val 5155"/>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1st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happen</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goblin</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muffin</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sudden</a:t>
            </a:r>
            <a:endParaRPr lang="en-US" sz="1400" dirty="0"/>
          </a:p>
        </p:txBody>
      </p:sp>
      <p:sp>
        <p:nvSpPr>
          <p:cNvPr id="13" name="Shape 11"/>
          <p:cNvSpPr/>
          <p:nvPr/>
        </p:nvSpPr>
        <p:spPr>
          <a:xfrm>
            <a:off x="4709160" y="1024128"/>
            <a:ext cx="4114800" cy="1078992"/>
          </a:xfrm>
          <a:prstGeom prst="roundRect">
            <a:avLst>
              <a:gd name="adj" fmla="val 8475"/>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Closed 2nd syllable</a:t>
            </a:r>
            <a:endParaRPr lang="en-US" sz="1200" dirty="0"/>
          </a:p>
        </p:txBody>
      </p:sp>
      <p:sp>
        <p:nvSpPr>
          <p:cNvPr id="15" name="Text 13"/>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pencil</a:t>
            </a:r>
            <a:endParaRPr lang="en-US" sz="1400" dirty="0"/>
          </a:p>
        </p:txBody>
      </p:sp>
      <p:sp>
        <p:nvSpPr>
          <p:cNvPr id="16" name="Text 14"/>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perfect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3–4</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The Runaways; Containing hands in the fog</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Chapter 3 gives the prince's real reason for running away. What is it?</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In Chapter 4, two dangerous strangers appear. Who are they, and what do they want?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18</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Choose a Claim</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make a claim about which character has the harder life.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think ___ has the harder life because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example is when ___ in Chapter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2026-07-11T02:16:31Z</dcterms:created>
  <dcterms:modified xsi:type="dcterms:W3CDTF">2026-07-11T02:16:31Z</dcterms:modified>
</cp:coreProperties>
</file>