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18 Day 2. The Whipping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what 'prepared for the real world' means to me?.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4513"/>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18 · Day 2</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D2691E"/>
                </a:solidFill>
                <a:latin typeface="Calibri" pitchFamily="34" charset="0"/>
                <a:ea typeface="Calibri" pitchFamily="34" charset="-122"/>
                <a:cs typeface="Calibri" pitchFamily="34" charset="-120"/>
              </a:rPr>
              <a:t>The Whipping Boy — Lesson 18.2</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is smart and tough because he grew up on the streets. Prince Brat has had everything handed to him. Who do you think is better prepared for the real world? Why?</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Jemmy is smart and tough because he grew up on the streets. Prince Brat has had everything handed to him. Who do you think is better prepared for the real world? Why?</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what 'prepared for the real world' means to me?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Good readers notice when characters make bad decisions. Watch how the prince's choice to run away leads to trouble — and ask: who is responsible?</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notice when characters make bad decisions. Watch how the prince's choice to run away leads to trouble — and ask: who is responsible?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am running away," the prince announced to Jemmy.</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am not afraid of you jemmy said to billy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am not afraid of you jemmy said to billy</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"I am not afraid of you," Jemmy said to Billy.</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Opening quotation mark; capital I on I am; comma inside the closing quote; capital J on Jemmy; capital B on Billy (proper name);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over- (Day 2: Identify)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powered</a:t>
            </a:r>
            <a:pPr indent="0" marL="0">
              <a:buNone/>
            </a:pPr>
            <a:r>
              <a:rPr lang="en-US" sz="1400" dirty="0">
                <a:solidFill>
                  <a:srgbClr val="64748B"/>
                </a:solidFill>
                <a:latin typeface="Calibri" pitchFamily="34" charset="0"/>
                <a:ea typeface="Calibri" pitchFamily="34" charset="-122"/>
                <a:cs typeface="Calibri" pitchFamily="34" charset="-120"/>
              </a:rPr>
              <a:t>  ·  — controlled by too much force</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sleep</a:t>
            </a:r>
            <a:pPr indent="0" marL="0">
              <a:buNone/>
            </a:pPr>
            <a:r>
              <a:rPr lang="en-US" sz="1400" dirty="0">
                <a:solidFill>
                  <a:srgbClr val="64748B"/>
                </a:solidFill>
                <a:latin typeface="Calibri" pitchFamily="34" charset="0"/>
                <a:ea typeface="Calibri" pitchFamily="34" charset="-122"/>
                <a:cs typeface="Calibri" pitchFamily="34" charset="-120"/>
              </a:rPr>
              <a:t>  ·  — to sleep too long</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reacted</a:t>
            </a:r>
            <a:pPr indent="0" marL="0">
              <a:buNone/>
            </a:pPr>
            <a:r>
              <a:rPr lang="en-US" sz="1400" dirty="0">
                <a:solidFill>
                  <a:srgbClr val="64748B"/>
                </a:solidFill>
                <a:latin typeface="Calibri" pitchFamily="34" charset="0"/>
                <a:ea typeface="Calibri" pitchFamily="34" charset="-122"/>
                <a:cs typeface="Calibri" pitchFamily="34" charset="-120"/>
              </a:rPr>
              <a:t>  ·  — did too much in response</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confident</a:t>
            </a:r>
            <a:pPr indent="0" marL="0">
              <a:buNone/>
            </a:pPr>
            <a:r>
              <a:rPr lang="en-US" sz="1400" dirty="0">
                <a:solidFill>
                  <a:srgbClr val="64748B"/>
                </a:solidFill>
                <a:latin typeface="Calibri" pitchFamily="34" charset="0"/>
                <a:ea typeface="Calibri" pitchFamily="34" charset="-122"/>
                <a:cs typeface="Calibri" pitchFamily="34" charset="-120"/>
              </a:rPr>
              <a:t>  ·  — too sure of oneself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astonishment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great surprise or shock.</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gallows</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frame used for hanging; Jemmy fears this punishment.</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strayed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Wandered off the path by mistake.</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cutthroat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dangerous criminal who would do anything for money.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Conjunctions: and, but, so (Day 2: Identify)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night was dark, but the moon gave them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heard voices, so he froze in place.</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smelled like garlic, and Cutwater was thin as a bone.</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could run, but the prince had no friends.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Conjunctions: and, but, so (Day 2: Identify) — Answers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night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moon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gave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them</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heard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voices,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froze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place.</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smelled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like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garlic,</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Cutwater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bone.</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could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run,</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had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friends.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Closed Syllables (Day 2: Identify)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happen     goblin     muffin     sudden     pencil     perfect</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1st syllable</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2nd syllable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Closed Syllables (Day 2: Identify) — Sorted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1st syllable</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happen</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goblin</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muffin</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sudden</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2nd syllable</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pencil</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perfect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3–4</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18 · Choose a Claim</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