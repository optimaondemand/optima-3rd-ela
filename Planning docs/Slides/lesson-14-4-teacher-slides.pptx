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14.4. Reading: Coda.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notice how characters change from beginning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author ends her story with a gentle reminder that even small things , told carefully , can change the world.
Look for: Did you catch the commas setting off "told carefully" and the commas in the series (Despereaux, Roscuro, and Miggery Sow)?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author ends her story with a gentle reminder that even small things , told carefully , can change the world.
Look for: Did you catch the commas setting off "told carefully" and the commas in the series (Despereaux, Roscuro, and Miggery Sow)?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Garlic,, crown,, rats,, soup,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Garlic,, crown,, rats,, soup,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+ one ending: disagree, quickly, hopeful, darkness | Base + two endings: impatiently, fearlessly, thoughtfulness, hopelessness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+ one ending: disagree, quickly, hopeful, darkness | Base + two endings: impatiently, fearlessly, thoughtfulness, hopelessness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14.4  ·  Coda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 ends with soup, and with almost everyone forgiven. Write about someone you would like to forgive, or ask forgiveness from.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 ends with soup, and with almost everyone forgiven. Write about someone you would like to forgive, or ask forgiveness from.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read my writing out loud to check that it makes sense?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has Despereaux changed since Chapter 1?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how characters change from beginning to end.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author ends her story with a gentle reminder that even small things told carefully can change the world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coda asks us to remember despereaux roscuro and miggery sow with kindness and with understanding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author ends her story with a gentle reminder that even small things told carefully can change the world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coda asks us to remember despereaux roscuro and miggery sow with kindness and with understanding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author ends her story with a gentle reminder that even small things , told carefully , can change the world.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commas setting off "told carefully" and the commas in the series (Despereaux, Roscuro, and Miggery Sow)?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 / IM-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impossible — base word: possible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incorrect — base word: correct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impatient — base word: patient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invisible — base word: visible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each other; joined rather than apart.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trembled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Shook a little, usually from fear or cold.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tears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of water that come from your eyes when you cry.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happily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happy way; with joy.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A SERIES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Garlic, chicken, and watercress went into the pot.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wanted a crown, a gown, and a name.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rats, the mice, and the people all feared the dark.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brought soup, bread, and a candle.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a comma that is separating items in a list.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COMMAS IN A SERIES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Garlic,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chicken, and watercress went into the pot.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wanted a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crown,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gown, and a name.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mice, and the people all feared the dark.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brought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soup,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bread, and a candle.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WORDS WITH FAMILIAR SUFFIXES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   ·   quickly   ·   hopeful   ·   darkness   ·   impatiently   ·   fearlessly   ·   thoughtfulness   ·   hopelessness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Base + one ending  |  Base + two endings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WORDS WITH FAMILIAR SUFFIXES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+ one ending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disagree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hopeful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darkness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+ two endings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impatiently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fearlessly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thoughtfulness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hopelessness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“And Roscuro led the man up out of the dungeon and to his daughter, Miggery Sow.”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has Despereaux changed since Chapter 1?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has Roscuro changed — for better or worse?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did Mig understand at the end that she did not at the start?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your published piece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