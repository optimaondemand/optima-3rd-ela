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14.4. Reading: Coda.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how characters change from beginning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author ends her story with a gentle reminder that even small things , told carefully , can change the world.
Look for: Did you catch the commas setting off "told carefully" and the commas in the series (Despereaux, Roscuro, and Miggery Sow)?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author ends her story with a gentle reminder that even small things , told carefully , can change the world.
Look for: Did you catch the commas setting off "told carefully" and the commas in the series (Despereaux, Roscuro, and Miggery Sow)?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crown,, rats,, soup,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crown,, rats,, soup,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one ending: disagree, quickly, hopeful, darkness | Base + two endings: impatiently, fearlessly, thoughtfulness, hopelessness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one ending: disagree, quickly, hopeful, darkness | Base + two endings: impatiently, fearlessly, thoughtfulness, hopelessness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14.4  ·  Coda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ends with soup, and with almost everyone forgiven. Write about someone you would like to forgive, or ask forgiveness from.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ends with soup, and with almost everyone forgiven. Write about someone you would like to forgive, or ask forgiveness from.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Despereaux changed since Chapter 1?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change from beginning to end.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ends her story with a gentle reminder that even small things told carefully can change the world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coda asks us to remember despereaux roscuro and miggery sow with kindness and with understanding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ends her story with a gentle reminder that even small things told carefully can change the world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coda asks us to remember despereaux roscuro and miggery sow with kindness and with understanding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ends her story with a gentle reminder that even small things , told carefully , can change the world.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setting off "told carefully" and the commas in the series (Despereaux, Roscuro, and Miggery Sow)?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 / IM-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incorrect — base word: correct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impatient — base word: patient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invisible — base word: visible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each other; joined rather than apart.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trembled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Shook a little, usually from fear or cold.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of water that come from your eyes when you cry.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crown, a gown, and a name.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rats, the mice, and the people all feared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a comma that is separating items in a list.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gown, and a name.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mice, and the people all feared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   ·   quickly   ·   hopeful   ·   darkness   ·   impatiently   ·   fearlessly   ·   thoughtfulness   ·   hopelessness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Base + one ending  |  Base + two endings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one ending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two endings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impatiently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thoughtfulness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Roscuro led the man up out of the dungeon and to his daughter, Miggery Sow.”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says goodbye to the characters. What does she ask the reader to do? Why does she end this way?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speaks directly to you one last time. What is the most important thing she wants you to take away?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published piece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