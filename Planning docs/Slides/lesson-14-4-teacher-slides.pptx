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14 Day 4.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my thinking about the difference, not just pick one?.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14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14.4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book ends with Despereaux and Princess Pea sitting together, and the narrator says they lived — not happily ever after, but 'happily enough.' What do you think 'happily enough' means? Is it different from 'happily ever after'? Which do you think is more real?</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The book ends with Despereaux and Princess Pea sitting together, and the narrator says they lived — not happily ever after, but 'happily enough.' What do you think 'happily enough' means? Is it different from 'happily ever after'? Which do you think is more real?</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my thinking about the difference, not just pick one?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has Despereaux changed since Chapter 1?</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has Roscuro changed — for better or worse?</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did Mig understand at the end that she did not at the start?</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notice how characters change from beginning to end.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the author ends her story with a gentle reminder that even small things told carefully can change the world</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the coda asks us to remember despereaux roscuro and miggery sow with kindness and with understanding</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the author ends her story with a gentle reminder that even small things told carefully can change the world</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the coda asks us to remember despereaux roscuro and miggery sow with kindness and with understanding</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The author ends her story with a gentle reminder that even small things , told carefully , can change the world.</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The Coda asks us to remember Despereaux, Roscuro, and Miggery Sow with kindness and with understanding.</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commas setting off "told carefully" and the commas in the series (Despereaux, Roscuro, and Miggery Sow)?</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longing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deep wish or desire for something you do not have.</a:t>
            </a:r>
            <a:endParaRPr lang="en-US" sz="1500" dirty="0"/>
          </a:p>
        </p:txBody>
      </p:sp>
      <p:sp>
        <p:nvSpPr>
          <p:cNvPr id="6" name="Shape 4"/>
          <p:cNvSpPr/>
          <p:nvPr/>
        </p:nvSpPr>
        <p:spPr>
          <a:xfrm>
            <a:off x="45720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despair</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complete hopelessness; giving up on something getting better.</a:t>
            </a:r>
            <a:endParaRPr lang="en-US" sz="1500" dirty="0"/>
          </a:p>
        </p:txBody>
      </p:sp>
      <p:sp>
        <p:nvSpPr>
          <p:cNvPr id="8" name="Shape 6"/>
          <p:cNvSpPr/>
          <p:nvPr/>
        </p:nvSpPr>
        <p:spPr>
          <a:xfrm>
            <a:off x="4572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concentration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Focused attention on something; thinking about only one thing.</a:t>
            </a:r>
            <a:endParaRPr lang="en-US" sz="1500" dirty="0"/>
          </a:p>
        </p:txBody>
      </p:sp>
      <p:sp>
        <p:nvSpPr>
          <p:cNvPr id="10" name="Shape 8"/>
          <p:cNvSpPr/>
          <p:nvPr/>
        </p:nvSpPr>
        <p:spPr>
          <a:xfrm>
            <a:off x="45720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12" name="Shape 10"/>
          <p:cNvSpPr/>
          <p:nvPr/>
        </p:nvSpPr>
        <p:spPr>
          <a:xfrm>
            <a:off x="4572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14" name="Shape 12"/>
          <p:cNvSpPr/>
          <p:nvPr/>
        </p:nvSpPr>
        <p:spPr>
          <a:xfrm>
            <a:off x="45720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6" name="Shape 14"/>
          <p:cNvSpPr/>
          <p:nvPr/>
        </p:nvSpPr>
        <p:spPr>
          <a:xfrm>
            <a:off x="457200" y="2843784"/>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7" name="Text 15"/>
          <p:cNvSpPr/>
          <p:nvPr/>
        </p:nvSpPr>
        <p:spPr>
          <a:xfrm>
            <a:off x="594360" y="2898648"/>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How has Roscuro changed — for better or worse?</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did Mig understand at the end that she did not at the start?</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Dear reader, I thank you. And so does Despereaux. Go. Tell stories. Let them be light.</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“‘This is the last,’ proclaimed Antoinette from her bed.”</a:t>
            </a:r>
            <a:endParaRPr lang="en-US" sz="1800" dirty="0"/>
          </a:p>
        </p:txBody>
      </p:sp>
      <p:sp>
        <p:nvSpPr>
          <p:cNvPr id="6" name="Shape 4"/>
          <p:cNvSpPr/>
          <p:nvPr/>
        </p:nvSpPr>
        <p:spPr>
          <a:xfrm>
            <a:off x="457200" y="164592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640080" y="169164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Now that you know the whole story, look back at Antoinette. She dismissed Despereaux from the very beginning. How does her character connect to the theme of disappointment that runs through the book?</a:t>
            </a:r>
            <a:endParaRPr lang="en-US" sz="1400" dirty="0"/>
          </a:p>
        </p:txBody>
      </p:sp>
      <p:sp>
        <p:nvSpPr>
          <p:cNvPr id="8" name="Shape 6"/>
          <p:cNvSpPr/>
          <p:nvPr/>
        </p:nvSpPr>
        <p:spPr>
          <a:xfrm>
            <a:off x="457200" y="230428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640080" y="235000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Notice the order: the dialogue comes  first , then “proclaimed Antoinette from her bed.” Compare: “Antoinette proclaimed from her bed, ‘This is the last.’” How does putting the speech  first  feel different?</a:t>
            </a:r>
            <a:endParaRPr lang="en-US" sz="1400" dirty="0"/>
          </a:p>
        </p:txBody>
      </p:sp>
      <p:sp>
        <p:nvSpPr>
          <p:cNvPr id="10" name="Shape 8"/>
          <p:cNvSpPr/>
          <p:nvPr/>
        </p:nvSpPr>
        <p:spPr>
          <a:xfrm>
            <a:off x="457200" y="296265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640080" y="300837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a sentence where a character speaks first, then you name who spoke and what they were doing.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