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6 Day 3. Nonfiction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make the postcard feel personal, not generic?.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Week 6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 Unit — Lesson 6.3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postcard to someone you miss. It could be a grandparent, a friend who moved away, a cousin — anyone! Tell them about something that happened recently and one thing you want to do together next time you see them.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postcard to someone you miss. It could be a grandparent, a friend who moved away, a cousin — anyone! Tell them about something that happened recently and one thing you want to do together next time you see them.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make the postcard feel personal, not generic?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says postcards let people say ‘I am here, and I am thinking of you.’ What does that phrase tell you about why people sent postcards?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government-issued postcards were used in Austria in 1869.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early 1900s picture postcards became popular all around the world and people collected them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early 1900s picture postcards became popular all around the world and people collected them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early 1900s , picture postcards became popular all around the world , and people collected them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mis- means wrong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to do with the mail system.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souvenir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kept as a memory of a place you visited.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writes and sends a letter or postcard.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available officially, especially by a government.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Compound words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     postcard     birthday     firehouse     sunshine     weekend     thumbtack     footprint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76809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Compound words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76809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firehouse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sunshine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thumbtack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986784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356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is a tiny story from somewhere in the world.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Reading-Writing Connection (RWM)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