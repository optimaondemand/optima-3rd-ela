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6.3. Reading: 📰 Read: A Short History of Postcards.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Today, practice: Identify central idea and supporting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By the early 1900s , picture postcards became popular all around the world , and people collected them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By the early 1900s , picture postcards became popular all around the world , and people collected them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Florida., The, Lake,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Florida., The, Lake,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compound word: letter, journey, envelope, compass | Compound word: notebook, landmark, postcard, mailbox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compound word: letter, journey, envelope, compass | Compound word: notebook, landmark, postcard, mailbox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🗺️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Nonfiction: Maps, Mail &amp; Places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6.3  ·  📰 Read: A Short History of Postcards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Diligence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postcard to someone in your class about your favourite place in your town.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postcard to someone in your class about your favourite place in your town.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put a comma between the city and the state?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Read: A Short History of Postcards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says postcards let people say ‘I am here, and I am thinking of you.’ What does that phrase tell you about why people sent postcards?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practice: Identify central idea and supporting details.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government-issued postcards were used in Austria in 1869.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early 1900s picture postcards became popular all around the world and people collected them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government-issued postcards were used in Austria in 1869.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early 1900s picture postcards became popular all around the world and people collected them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early 1900s , picture postcards became popular all around the world , and people collected them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MIS- MEANS WRONG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take = mistake — to take the wrong turn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count = miscount — to count wrong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Fill in the blank!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to do with the mail system.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souvenir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kept as a memory of a place you visited.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writes and sends a letter or postcard.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available officially, especially by a government.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AND PROPER NOUNS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studied a map of Florida.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keeps an atlas on the top shelf.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Erie freezes over in the winter.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compass rose shows which way is north.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proper noun in each sentence — the one that names a specific place and starts with a capital letter. Tap a word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AND PROPER NOUNS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studied a map of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library keeps an atlas on the top shelf.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Erie freezes over in the winter.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compass rose shows which way is north.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WORDS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  ·   journey   ·   envelope   ·   compass   ·   notebook   ·   landmark   ·   postcard   ·   mailbox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Not a compound word  |  Compound word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compound word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word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postcard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mailbox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Read: A Short History of Postcards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“Each one is a tiny story from somewhere in the world.”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text says postcards let people say ‘I am here, and I am thinking of you.’ What does that phrase tell you about why people sent postcards?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