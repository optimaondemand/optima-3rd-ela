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28.2.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Aslan's wasn't Edmund expected.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Witch's sledge couldn't move because the snow had melted, and her reindeer's hooves sank in the mud. 
Look for: Witch's = possessive; couldn't = contraction (could not); comma before and; reindeer's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Witch's sledge couldn't move because the snow had melted, and her reindeer's hooves sank in the mud. 
Look for: Witch's = possessive; couldn't = contraction (could not); comma before and; reindeer's = possessive;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contraction and possessive, possessive and contraction, contraction, possessive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contraction and possessive, possessive and contraction, contraction, possessive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28.2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gives himself up for Edmund. Write about someone who gave something up for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gives himself up for Edmund. Write about someone who gave something up for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symbolism and repeated ideas.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camp belonging to Aslan; apostrophe + 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wasn't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Contraction — was + not; apostrophe replaces the 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witchs sledge couldnt move because the snow had melted and her reindeers hooves sank in the mud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witchs sledge couldnt move because the snow had melted and her reindeers hooves sank in the mud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Witch's sledge couldn't move because the snow had melted, and her reindeer's hooves sank in the mud.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 = possessive; couldn't = contraction (could not); comma before and; reindeer's = possessive;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SCRIPT/SCRIBE MEANS WRITE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script/scribe means write.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new again; restored to a fresh state.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herald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announces something important is coming.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solemn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Serious, formal, and sincere.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jovial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 and friendly; in high spirits.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going to be a long march to Aslan's camp.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face didn't show any fear.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couldn't remember the way to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Christmas's gifts were given to each child.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APOSTROPHES IN CONTRACTIONS AND POSSESSIVES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going to be a long march to Aslan's camp.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Witch's face didn't show any fear.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couldn't remember the way to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Christmas's gifts were given to each child.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