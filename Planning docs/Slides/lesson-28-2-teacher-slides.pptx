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28.2.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Aslan's wasn't Edmund expected.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Witch's sledge couldn't move because the snow had melted, and her reindeer's hooves sank in the mud. 
Look for: Witch's = possessive; couldn't = contraction (could not); comma before and; reindeer's = possessive;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Witch's sledge couldn't move because the snow had melted, and her reindeer's hooves sank in the mud. 
Look for: Witch's = possessive; couldn't = contraction (could not); comma before and; reindeer's = possessive;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contraction and possessive, possessive and contraction, contraction, possessive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contraction and possessive, possessive and contraction, contraction, possessive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28.2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gives himself up for Edmund. Write about someone who gave something up for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gives himself up for Edmund. Write about someone who gave something up for you.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quotation marks around the words a person said?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symbolism and repeated ideas.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Aslan's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— the camp belonging to Aslan; apostrophe + 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wasn't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— was + not; apostrophe replaces the 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expected.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verb;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witchs sledge couldnt move because the snow had melted and her reindeers hooves sank in the mud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witchs sledge couldnt move because the snow had melted and her reindeers hooves sank in the mud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Witch's sledge couldn't move because the snow had melted, and her reindeer's hooves sank in the mud.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Witch's = possessive; couldn't = contraction (could not); comma before and; reindeer's = possessive;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SCRIPT/SCRIBE MEANS WRITE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Root/base: script/scribe means write. Look at each word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new again; restored to a fresh state.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thing that announces something important is coming.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Serious, formal, and sincere.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jovial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Cheerful and friendly; in high spirits.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APOSTROPHES IN CONTRACTIONS AND POSSESSIVES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going to be a long march to Aslan's camp.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Witch's face didn't show any fear.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couldn't remember the way to the castle.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Christmas's gifts were given to each child.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word or pattern in each sentence. Think: what rule does it follow?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APOSTROPHES IN CONTRACTIONS AND POSSESSIVES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going to be a long march to Aslan's camp.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Witch's face didn't show any fear.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couldn't remember the way to the castle.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Christmas's gifts were given to each child.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