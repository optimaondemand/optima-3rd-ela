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28.2. Reading: Reading: Ch. 10–12.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Aslan's wasn't Edmund expected.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Witch's sledge couldn't move because the snow had melted, and her reindeer's hooves sank in the mud. 
Look for: Witch's = possessive; couldn't = contraction (could not); comma before and; reindeer's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Witch's sledge couldn't move because the snow had melted, and her reindeer's hooves sank in the mud. 
Look for: Witch's = possessive; couldn't = contraction (could not); comma before and; reindeer's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contraction and possessive, possessive and contraction, contraction, possessive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contraction and possessive, possessive and contraction, contraction, possessive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28.2  ·  Reading: Ch. 10–12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gives himself up for Edmund. Write about someone who gave something up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gives himself up for Edmund. Write about someone who gave something up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10–12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camp belonging to Aslan; apostrophe + 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wasn't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 — was + not; apostrophe replaces the 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verb; period ends the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witchs sledge couldnt move because the snow had melted and her reindeers hooves sank in the mud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witchs sledge couldnt move because the snow had melted and her reindeers hooves sank in the mud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Witch's sledge couldn't move because the snow had melted, and her reindeer's hooves sank in the mud.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 = possessive; couldn't = contraction (could not); comma before and; reindeer's = possessive;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script/scribe means write.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new again; restored to a fresh state.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announces something important is coming.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Serious, formal, and sincere.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jovial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 and friendly; in high spirits.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going to be a long march to Aslan's camp.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Witch's face didn't show any fear.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couldn't remember the way to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Christmas's gifts were given to each child.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going to be a long march to Aslan's camp.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Witch's face didn't show any fear.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couldn't remember the way to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Christmas's gifts were given to each child.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10–12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Notice symbolism and repeated ideas.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 you recognize a symbol — something that stands for more than just itself?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Does this fit the A–A–B–B–A pattern you wrote down last week? Check each line.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