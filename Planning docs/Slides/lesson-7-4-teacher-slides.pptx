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7.4. Reading: What Is a Travel Guide?.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Today, practice: Use text features to understand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When a travel guide is well written , you can almost feel like you are already there in that place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When a travel guide is well written , you can almost feel like you are already there in that place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4, Fe, 19, Portland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4, Fe, 19, Portland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-ing: mailing | double + -ed: stopped, planned | Drop e + -ing: writing, using | Add -ed: traveled, visited | Double + -ing: mapping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-ing: mailing | double + -ed: stopped, planned | Drop e + -ing: writing, using | Add -ed: traveled, visited | Double + -ing: mapping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🗺️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Nonfiction: Maps, Mail &amp; Places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7.4  ·  What Is a Travel Guide?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Diligence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opening of a travel guide for the place you live. Make someone want to come.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opening of a travel guide for the place you live. Make someone want to come.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Travel Guide?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after the article names the third thing a good travel guide has. The article says travel guides use headings so readers can find what they need quickly. Look at the guide you are writing: where would a heading help your reader most?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practice: Use text features to understand information.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travel guide uses vivid details to paint a picture of the place.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travel guide is well written you can almost feel like you are already there in that place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travel guide uses vivid details to paint a picture of the place.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travel guide is well written you can almost feel like you are already there in that place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travel guide is well written , you can almost feel like you are already there in that place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-ING SHOWS ACTION HAPPENING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-ing review — add -ing: mailing, reading, sending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-ing with spelling change — write → writing (drop e); map → mapping (double p)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Match the word to its base!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area of land that shares similar features.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typical weather in a place over a long time.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places, land, and features of the earth.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well-known place or object that helps people find their way.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DATES AND PLACES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letter was postmarked July 4 2023.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stopped in Santa Fe New Mexico overnight.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starts on August 19 2024 this year.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family lives in Portland Maine now.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word that a comma should come right after.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DATES AND PLACES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letter was postmarked July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2023.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stopped in Santa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New Mexico overnight.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starts on August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2024 this year.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family lives in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Portland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Maine now.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-ED AND -ING TO BASE WORDS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mailing   ·   stopped   ·   planned   ·   writing   ·   using   ·   traveled   ·   visited   ·   mapping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add -ing  |  double + -ed  |  Drop e + -ing  |  Add -ed  |  Double + -ing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-ED AND -ING TO BASE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-ing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093976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2139696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+ -ed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093976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85416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76472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3822192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e + -ing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776472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867912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58968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8" name="Text 16"/>
          <p:cNvSpPr/>
          <p:nvPr/>
        </p:nvSpPr>
        <p:spPr>
          <a:xfrm>
            <a:off x="5504688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-ed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58968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0408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visited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141464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87184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+ 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141464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32904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Travel Guide?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Stop after the article names the third thing a good travel guide has. The article says travel guides use headings so readers can find what they need quickly. Look at the guide you are writing: where would a heading help your reader most?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2026-09-09T02:48:06Z</dcterms:created>
  <dcterms:modified xsi:type="dcterms:W3CDTF">2026-09-09T02:48:06Z</dcterms:modified>
</cp:coreProperties>
</file>