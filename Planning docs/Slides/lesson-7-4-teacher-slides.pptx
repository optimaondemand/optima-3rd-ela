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7.4. Reading: 📰 Read: What Is a Travel Guide?.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Today, practice: Use text features to understand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When a travel guide is well written , you can almost feel like you are already there in that place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
Look for: When a travel guide is well written , you can almost feel like you are already there in that place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4, Fe, 19, Portland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4, Fe, 19, Portland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-ing: mailing | double + -ed: stopped, planned | Drop e + -ing: writing, using | Add -ed: traveled, visited | Double + -ing: mapping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-ing: mailing | double + -ed: stopped, planned | Drop e + -ing: writing, using | Add -ed: traveled, visited | Double + -ing: mapping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🗺️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Nonfiction: Maps, Mail &amp; Places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7.4  ·  📰 Read: What Is a Travel Guide?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Diligence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of a travel guide for the place you live. Make someone want to come.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opening of a travel guide for the place you live. Make someone want to come.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read my writing out loud to check that it makes sense?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Read: What Is a Travel Guide?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 says a well-written travel guide makes you feel like you’re already there. What kind of details create that feeling?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practice: Use text features to understand information.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 guide uses vivid details to paint a picture of the place.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travel guide is well written you can almost feel like you are already there in that place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both sentences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THESE SENTENCES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travel guide uses vivid details to paint a picture of the place.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0253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travel guide is well written you can almost feel like you are already there in that place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travel guide is well written , you can almost feel like you are already there in that place 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-ING SHOWS ACTION HAPPENING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-ing review — add -ing: mailing, reading, sending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-ing with spelling change — write → writing (drop e); map → mapping (double p)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Practice: Match the word to its base!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WEEK’S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area of land that shares similar features.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typical weather in a place over a long time.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study of places, land, and features of the earth.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well-known place or object that helps people find their way.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DATES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letter was postmarked July 4 2023.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in Santa Fe New Mexico overnight.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starts on August 19 2024 this year.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family lives in Portland Maine now.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turn. Tap the word that a comma should come right after. Tap a word to check — green means you got it.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COMMAS IN DATES AND PLACES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letter was postmarked July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2023.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stopped in Santa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New Mexico overnight.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starts on August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2024 this year.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family lives in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Portland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Maine now.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-ED AND -ING TO BASE WORDS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   ·   stopped   ·   planned   ·   writing   ·   using   ·   traveled   ·   visited   ·   mapping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add -ing  |  double + -ed  |  Drop e + -ing  |  Add -ed  |  Double + -ing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-ED AND -ING TO BASE WORDS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1591056" cy="210312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1408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93976" y="1078992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2139696" y="11338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+ -ed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093976" y="1591056"/>
            <a:ext cx="1591056" cy="210312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85416" y="1700784"/>
            <a:ext cx="1408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76472" y="1078992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4" name="Text 12"/>
          <p:cNvSpPr/>
          <p:nvPr/>
        </p:nvSpPr>
        <p:spPr>
          <a:xfrm>
            <a:off x="3822192" y="11338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 + -ing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76472" y="1591056"/>
            <a:ext cx="1591056" cy="210312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67912" y="1700784"/>
            <a:ext cx="1408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58968" y="1078992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8" name="Text 16"/>
          <p:cNvSpPr/>
          <p:nvPr/>
        </p:nvSpPr>
        <p:spPr>
          <a:xfrm>
            <a:off x="5504688" y="11338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-ed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58968" y="1591056"/>
            <a:ext cx="1591056" cy="210312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0408" y="1700784"/>
            <a:ext cx="1408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141464" y="1078992"/>
            <a:ext cx="1591056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87184" y="113385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+ -ing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41464" y="1591056"/>
            <a:ext cx="1591056" cy="2103120"/>
          </a:xfrm>
          <a:prstGeom prst="roundRect">
            <a:avLst>
              <a:gd name="adj" fmla="val 57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232904" y="1700784"/>
            <a:ext cx="14081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Read: What Is a Travel Guide?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The text says a well-written travel guide makes you feel like you’re already there. What kind of details create that feeling?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