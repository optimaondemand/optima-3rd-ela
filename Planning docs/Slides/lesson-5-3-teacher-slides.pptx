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5 Day 3. Review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explain what makes this character a good friend, not just say they are nice?.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model sentence aloud. Ask students: what do you notice about the punctuation and capitalization?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each vocabulary word. For flip cards, have students guess the definition before revealing.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time to sort the words. Use the chat or paper to organize.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each column. Ask: what pattern do you see in each group?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A4A6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 Week 5 · Day 3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B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Week — Lesson 5.3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about all the characters in Flat Stanley — Stanley, Arthur, Mr. and Mrs. Lambchop, Dr. Dan, Thomas. Which character would you want as a friend? Why? What would you do together?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about all the characters in Flat Stanley — Stanley, Arthur, Mr. and Mrs. Lambchop, Dr. Dan, Thomas. Which character would you want as a friend? Why? What would you do together?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explain what makes this character a good friend, not just say they are nice?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8BB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8BB5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Imagine you are going to share your writing with someone important. What do you want to double-check?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Model Sentence — Study What's Right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9728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207008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“Thank you, Arthur,” Stanley said. “Thank you very much.”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8BB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8BB5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brothers were shaking hands when mr lambchop strode into the room with mrs lambchop right behind him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8BB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8BB5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brothers were shaking hands when mr lambchop strode into the room with mrs lambchop right behind him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0116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brothers were shaking hands when Mr. Lambchop strode into the room with Mrs. Lambchop right behind him 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Suffix -ed shows past action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BUILDING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celebrate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01952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94767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shout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32304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47802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flatten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962656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00837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349300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8130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Examples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Vocabulary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bulletin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board where you pin up messages and pictures.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091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examined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Looked at very carefully.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Angry or annoyed.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91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celebrate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something special because of good news.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Three sounds of -ed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8BB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8BB5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 — Sort these words!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463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flattened     returned     mailed     closed     pumped     crashed     celebrated     started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ed=/d/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8056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ed=/t/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Three sounds of -ed — Sorted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8BB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8BB5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ed=/d/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flattened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returned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mailed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48056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57200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ed=/t/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pumped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crashed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Reading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22960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3560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“Good for you, Stanley,” she said. Then she turned angrily to the policemen.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Reading-Writing Connection (RWM)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