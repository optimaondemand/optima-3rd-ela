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5.3. Reading: Edit: Your Personal Narrative.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summarize before they polish. Knowing the most important events of a piece tells you which sentences are doing real work — and which ones are just taking up 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two brothers were shaking hands when Mr. Lambchop strode into the room with Mrs. Lambchop right behind him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two brothers were shaking hands when Mr. Lambchop strode into the room with Mrs. Lambchop right behind him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pack, mails, pick, smiles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pack, mails, pick, smiles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ed=/d/: flattened, returned, mailed, closed | ed=/t/: pumped, crashed | ed=/ĕd/: celebrated, started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ed=/d/: flattened, returned, mailed, closed | ed=/t/: pumped, crashed | ed=/ĕd/: celebrated, started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5.3  ·  Edit: Your Personal Narrative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had to fix something you made. What did you change?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had to fix something you made. What did you change?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Edit: Your Personal Narrative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sentence in your story disappeared, would your summary change? What does that tell you about the sentence?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summarize before they polish. Knowing the most important events of a piece tells you which sentences are doing real work — and which ones are just taking up space.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“Thank you, Arthur,” Stanley said. “Thank you very much.”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 lambchop strode into the room with mrs lambchop right behind him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“Thank you, Arthur,” Stanley said. “Thank you very much.”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 lambchop strode into the room with mrs lambchop right behind him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were shaking hands when Mr. Lambchop strode into the room with Mrs. Lambchop right behind him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-ED SHOWS PAST ACTION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-ed suffix review — adds past tense to verbs: walk→walked, play→played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Find the Base Word!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WE'VE MET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I pack my bag and walked to school.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folded the letter and mails 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planned the trip and pick a date.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smiles when she opened the box.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Each sentence tells about the past, but one verb is still in the present tense . Tap that verb. Tap a word to check your answer. If it turns green,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I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my bag and walked to school.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folded the letter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planned the trip 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date.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opened the box.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   ·   returned   ·   mailed   ·   closed   ·   pumped   ·   crashed   ·   celebrated   ·   started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ed=/d/  |  ed=/t/  |  ed=/ĕd/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Edit: Your Personal Narrative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““Good for you, Stanley,” she said. Then she turned angrily to the policemen.”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Read your narrative out loud, slowly, before you fix anything. Where did your voice stumble? That is usually where your reader will stumble too. Fix that sentence first.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story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