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W5D3: Reading: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revised our personal narratives — adding strong verbs, sensory details, and a better ending.
Today: Edit your narrative — check CUPS and prepare for publishing.
Big Q: Think about your own narrative. What is the ONE sentence you are most proud of? Why does it work?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“Thank you, Arthur,” Stanley said. “Thank you very much.”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the two brothers were shaking hands when mr lambchop strode into the room with mrs lambchop right behind him
Answer: The two brothers were shaking hands when Mr. Lambchop strode into the room with Mrs. Lambchop right behind him.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the two brothers were shaking hands when mr lambchop strode into the room with mrs lambchop right behind him
Answer: The two brothers were shaking hands when Mr. Lambchop strode into the room with Mrs. Lambchop right behind him.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Copywork: “Good for you, Stanley,” she said. Then she turned angrily to the policemen.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Mrs. Lambchop made hot chocolate to celebrate the occasion.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W5D3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W5D3: bulletin, examined, cross, celebrate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W5D3
flattened → past
catches → present
pumped → past
celebrates → present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W5D3
flattened → past
catches → present
pumped → past
celebrates → present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W5D3
{"ed=/d/":["flattened","returned","mailed","closed"],"ed=/t/":["pumped","crashed"],"ed=/ĕd/":["celebrated","started"]}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W5D3
{"ed=/d/":["flattened","returned","mailed","closed"],"ed=/t/":["pumped","crashed"],"ed=/ĕd/":["celebrated","started"]}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Reading:
WGRD: Imagine you are going to share your writing with someone important. What do you want to double-check?
Pause: Imagine you are going to share your writing with someone important. What do you want to double-check?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Comprehension:
Q1: Read your narrative one more time. Find and fix any spelling mistakes.
Q2: Check your capitalization. Did you capitalize names, the first word of sentences, and the word I?
Q3: Read your narrative out loud. Does it sound like a real story? What would you change?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W5D3: PUBLISH
Today: FINAL EDIT. One last read-through. Then write your title — make it interesting! A good title makes a reader want to read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 ·  DAY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 ·  Virtue: Diligence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 + Today's Focus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WE...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revised our personal narratives — adding strong verbs, sensory details, and a better ending.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956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86000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your narrative — check CUPS and prepare for publishing.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" y="2980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8412480" cy="841248"/>
          </a:xfrm>
          <a:prstGeom prst="roundRect">
            <a:avLst>
              <a:gd name="adj" fmla="val 1087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328416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your own narrative. What is the ONE sentence you are most proud of? Why does it work?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“Thank you, Arthur,” Stanley said. “Thank you very much.”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Stanley speaks twice. Each piece has its own quotation marks. Arthur is set off by a comma. Both end with periods inside quotes.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brothers were shaking hands when mr lambchop strode into the room with mrs lambchop right behind him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brothers were shaking hands when mr lambchop strode into the room with mrs lambchop right behind him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3639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brothers were shaking hands when Mr. Lambchop strode into the room with Mrs. Lambchop right behind him.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62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THIS CAREFULLY INTO YOUR JOURNAL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554480"/>
          </a:xfrm>
          <a:prstGeom prst="roundRect">
            <a:avLst>
              <a:gd name="adj" fmla="val 5882"/>
            </a:avLst>
          </a:prstGeom>
          <a:solidFill>
            <a:srgbClr val="FFF0F4"/>
          </a:solidFill>
          <a:ln w="12700">
            <a:solidFill>
              <a:srgbClr val="C7627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for you, Stanley,” she said. Then she turned angrily to the policemen.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how the author uses angrily to show HOW Mrs. Lambchop spoke. Adding one describing word can change a whole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Write, Mentor — Imitate This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SENTENCE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"Mrs. Lambchop made hot chocolate to celebrate the occasion."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craft move did the author use? Now try writing your own sentence that imitates the structure.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Apply — Find the Base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EACH WORD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word in celebrated is 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205740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6712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word in shouted is 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301752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312724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word in flattened is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" y="3977640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408736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word in returned is 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Context Clues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CLUES — Use the sentence to figure out the meaning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024128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5214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53619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where you pin up messages and pictures.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267712"/>
            <a:ext cx="8412480" cy="1024128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340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72491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at very carefully.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3456432"/>
            <a:ext cx="8412480" cy="1024128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39136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or annoyed.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4645152"/>
            <a:ext cx="8412480" cy="1024128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471830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510235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something special because of good news.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Past-tense verbs (Apply)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066544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1579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054096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4553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pumped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1330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celebrates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Past-tense verbs (Apply)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20840" y="1078992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1078992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66544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579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20840" y="2066544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2066544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54096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145536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pumped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720840" y="3054096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3054096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41648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1330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celebrates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20840" y="4041648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404164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pumped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pumped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576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ed=/d/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266700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88920"/>
            <a:ext cx="248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flattened  returned  mailed  closed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16992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ed=/t/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169920" y="2788920"/>
            <a:ext cx="2667000" cy="960120"/>
          </a:xfrm>
          <a:prstGeom prst="roundRect">
            <a:avLst>
              <a:gd name="adj" fmla="val 952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261360" y="2788920"/>
            <a:ext cx="248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pumped  crashed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97408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ed=/ĕd/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74080" y="2788920"/>
            <a:ext cx="2667000" cy="960120"/>
          </a:xfrm>
          <a:prstGeom prst="roundRect">
            <a:avLst>
              <a:gd name="adj" fmla="val 9524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65520" y="2788920"/>
            <a:ext cx="248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celebrated  started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Reading: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Keep this in mind as you read: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you are going to share your writing with someone important. What do you want to double-check?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4963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you are going to share your writing with someone important. What do you want to double-check?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Comprehension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COMPLETE SENTENCES — USE TEXT EVIDENCE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117043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narrative one more time. Find and fix any spelling mistakes.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6700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capitalization. Did you capitalize names, the first word of sentences, and the word I?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151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97280" y="4133088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narrative out loud. Does it sound like a real story? What would you change?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Workshop — PUBLISH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your story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84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WRITING TASK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9152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505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FINAL EDIT. One last read-through. Then write your title — make it interesting! A good title makes a reader want to read more.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2026-07-10T22:22:36Z</dcterms:created>
  <dcterms:modified xsi:type="dcterms:W3CDTF">2026-07-10T22:22:36Z</dcterms:modified>
</cp:coreProperties>
</file>