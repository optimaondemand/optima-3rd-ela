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28 Day 4.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how getting a second chance changed something?.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28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28.4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makes a terrible mistake, but Aslan still helps him. Write about a time someone forgave you or gave you a second chance. How did it change things?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makes a terrible mistake, but Aslan still helps him. Write about a time someone forgave you or gave you a second chance. How did it change things?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how getting a second chance changed something?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Why do authors use symbols — what can a symbol do that a direct statement cannot?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symbol from Ch. 10–12. Complete this: Lewis uses [symbol] to represent [idea]. Then give one piece of evidence.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Aslan's hadn't Narnia's — it.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peters first time leading a battle and he doesnt know if aslans trust in him is deserved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peters first time leading a battle and he doesnt know if aslans trust in him is deserved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= contraction (it is); Peter's = possessive; comma before and; doesn't = contraction (does not); Aslan's = possessive;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script/scribe means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Explain: What does script/scribe mean?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10–12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Why do authors use symbols — what can a symbol do that a direct statement cannot?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symbol from Ch. 10–12. Complete this: Lewis uses [symbol] to represent [idea]. Then give one piece of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 a moment he thought he was going to faint. Then he heard the voice of Aslan speaking — and it was like the voice of the sea itself.”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simile after a short, tense sentence — contrast in scale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nearly faints, then hears Aslan. How does Lewis signal that something important or powerful is happening using sound? What kind of voice sounds like "the sea itself"?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puts a short, scary sentence first:  "he thought he was going to faint."  Then the next sentence is long and grand — it ends with a huge simile:  "like the voice of the sea itself."  How does the contrast between short (fear) and long (awe) create an effect?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28 · POLISH Final Draft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