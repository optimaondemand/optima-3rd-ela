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28.4. Reading: Reading: Ch. 10–12.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Aslan's hadn't Narnia's — it.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It's Peter's first time leading a battle, and he doesn't know if Aslan's trust in him is deserved. 
Look for: It's = contraction (it is); Peter's = possessive; comma before and; doesn't = contraction (does not); Aslan's = possessive;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It's Peter's first time leading a battle, and he doesn't know if Aslan's trust in him is deserved. 
Look for: It's = contraction (it is); Peter's = possessive; comma before and; doesn't = contraction (does not); Aslan's = possessive;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28.4  ·  Reading: Ch. 10–12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promise that turned out to mean more than it first seemed.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promise that turned out to mean more than it first seemed.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10–12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symbolism and repeated ideas.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presence belonging to Aslan.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hadn't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— had + not.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Narnia's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weather belonging to Narnia.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dash — used to add a strong restatement or contrast.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peters first time leading a battle and he doesnt know if aslans trust in him is deserved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peters first time leading a battle and he doesnt know if aslans trust in him is deserved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It's Peter's first time leading a battle, and he doesn't know if Aslan's trust in him is deserved.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= contraction (it is); Peter's = possessive; comma before and; doesn't = contraction (does not); Aslan's = possessive;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SCRIPT/SCRIBE MEANS WRITE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10–12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Notice symbolism and repeated ideas.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Why do authors use symbols — what can a symbol do that a direct statement cannot?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your own limerick. Five lines. Lines 1, 2 and 5 rhyme; lines 3 and 4 rhyme and are shorter. Start with “There once was a ___.”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