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28.4.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Aslan's hadn't Narnia's — it.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It's Peter's first time leading a battle, and he doesn't know if Aslan's trust in him is deserved. 
Look for: It's = contraction (it is); Peter's = possessive; comma before and; doesn't = contraction (does not); Aslan's = possessive;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It's Peter's first time leading a battle, and he doesn't know if Aslan's trust in him is deserved. 
Look for: It's = contraction (it is); Peter's = possessive; comma before and; doesn't = contraction (does not); Aslan's = possessive;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28.4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promise that turned out to mean more than it first seemed.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promise that turned out to mean more than it first seemed.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symbolism and repeated ideas.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the presence belonging to Aslan.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hadn't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Contraction — had + not.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Narnia's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the weather belonging to Narnia.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dash — used to add a strong restatement or contrast.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peters first time leading a battle and he doesnt know if aslans trust in him is deserved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peters first time leading a battle and he doesnt know if aslans trust in him is deserved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It's Peter's first time leading a battle, and he doesn't know if Aslan's trust in him is deserved.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= contraction (it is); Peter's = possessive; comma before and; doesn't = contraction (does not); Aslan's = possessive;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SCRIPT/SCRIBE MEANS WRITE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