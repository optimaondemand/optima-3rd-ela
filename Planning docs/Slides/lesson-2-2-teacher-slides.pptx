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2.2. Reading: Chapter 1 (reread excerpt).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identify the characters, setting, and problem in a story. Today, as you reread Chapter 1, look more closely: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“Nice to meet you , young feller ,” the man said . “George, that boy is flat 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“Nice to meet you , young feller ,” the man said . “George, that boy is flat 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fell, measured, shouted, slid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fell, measured, shouted, slid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got, just, shut, slid | CVCe: take, slide, broke,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got, just, shut, slid | CVCe: take, slide, broke,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2.2  ·  Chapter 1 (reread excerpt)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is jealous of his brother. Write about a time you wanted what someone else had.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is jealous of his brother. Write about a time you wanted what someone else had.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(reread excerpt)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Lambchop tells Ralph Jones that Stanley is smart. What does this tell you about how Mr. Lambchop feels about his son?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identify the characters, setting, and problem in a story. Today, as you reread Chapter 1, look more closely: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“Hay is for horses, Arthur, not people,” Mr. Lambchop said as they entered the bedroom.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 young feller the man said george that boy is flat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“Hay is for horses, Arthur, not people,” Mr. Lambchop said as they entered the bedroom.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 young feller the man said george that boy is 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“Nice to meet you , young feller ,” the man said . “George, that boy is flat .”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 MEANS AGAIN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read = reread — read again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tell = retell — tell again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happy, bright way.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manners; speaking and behaving kindly.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tall, wide, or thick something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check, especially by a doctor.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fell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measured her son.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shouted from the bedroom.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slid under the closed door.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verb — the word that tells what happened.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bedroom.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the closed door.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   ·   just   ·   shut   ·   slid   ·   take   ·   slide   ·   broke   ·   huge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CVC  |  CVCe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(reread excerpt)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Mr. Lambchop tells Ralph Jones that Stanley is smart. What does this tell you about how Mr. Lambchop feels about his son?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Mr. Lambchop tells Ralph Jones that Stanley is smart. What does this tell you about how Mr. Lambchop feels about his son?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details to your plan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