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W2D2: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reviewed Chapter 1 and learned vocabulary: bulletin, cheerfully, rewind, measurements. We started planning our personal narrative.
Today: Reread Chapter 1 to notice HOW the author reveals character through actions and dialogue.
Big Q: Mr. Lambchop tells his friend Ralph that Stanley is "smart." Why does he say that instead of saying Stanley is flat?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“Hay is for horses, Arthur, not people,” Mr. Lambchop said as they entered the bedroom.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nice to meet you young feller the man said george that boy is flat
Answer: “Nice to meet you, young feller,” the man said. “George, that boy is flat.”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nice to meet you young feller the man said george that boy is flat
Answer: “Nice to meet you, young feller,” the man said. “George, that boy is flat.”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Brothers
One brother's flat, the other round,
One floats up, one stays on the ground.
But brothers still, through thick and thin —
Or should I say, through thick and thin?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"Hay is for horses, Arthur, not people," Mr. Lambchop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W2D2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W2D2: cheerfully, rewind, measurements, examination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W2D2
Lambchop → noun
examined → verb
office → noun
said →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W2D2
Lambchop → noun
examined → verb
office → noun
said →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W2D2
{"CVC":["got","just","shut","slid"],"CVCe":["take","slide","broke","huge"]}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W2D2
{"CVC":["got","just","shut","slid"],"CVCe":["take","slide","broke","huge"]}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Mr. Lambchop tells Ralph Jones that Stanley is smart. What does this tell you about how Mr. Lambchop feels about his son?
Pause: Mr. Lambchop tells Ralph Jones that Stanley is smart. What does this tell you about how Mr. Lambchop feels about his son?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Find one thing Mr. Lambchop says or does that shows what kind of father he is.
Q2: Find one thing Mrs. Lambchop says or does that shows what kind of mother she is.
Q3: How is Arthur different from Stanley? Use details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W2D2: PLAN
Today: IDENTIFY THE MOVE. Find where the author uses actions and details to show a character. Add one detail to your plan that SHOWS instead of TELLS.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DAY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Virtue: Gratitude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reviewed Chapter 1 and learned vocabulary: bulletin, cheerfully, rewind, measurements. We started planning our personal narrative.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 Chapter 1 to notice HOW the author reveals character through actions and dialogue.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Lambchop tells his friend Ralph that Stanley is "smart." Why does he say that instead of saying Stanley is flat?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“Hay is for horses, Arthur, not people,” Mr. Lambchop said as they entered the bedroom.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Arthur is set off by commas because Mr. Lambchop is speaking directly to him. Dialogue is inside quotation marks with the comma before the closing quote.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 young feller the man said george that boy is flat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meet you young feller the man said george that boy is flat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“Nice to meet you, young feller,” the man said. “George, that boy is flat.”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2834640"/>
          </a:xfrm>
          <a:prstGeom prst="roundRect">
            <a:avLst>
              <a:gd name="adj" fmla="val 3226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Flat Stanley readers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brother's flat, the other round,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floats up, one stays on the ground.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brothers still, through thick and thin —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should I say, through thick and thin?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041648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11480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poem plays with "thick and thin." Why is that phrase funny here? What does it usually mean — and what new meaning does it take on with Stanley?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Mentor — Imitate This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SENTENCE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""Hay is for horses, Arthur, not people," Mr. Lambchop said."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craft move did the author use? Now try writing your own sentence that imitates the structure.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Identify — Match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 OR PAIR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0" y="10972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20574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937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refill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97680" y="30175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937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65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retell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97680" y="397764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37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37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65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5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cheerfully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97680" y="49377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37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rewind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297680" y="58978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937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937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65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297680" y="68580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937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37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365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examination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297680" y="78181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4937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937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Match Game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MATCH — Connect each word to its meaning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7899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cheerfully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91840" y="1078992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17043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happy, bright way.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2194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rewind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2194560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22860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the beginning.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310128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33101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91840" y="3310128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340156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tall, wide, or thick something is.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425696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4425696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examination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291840" y="4425696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74720" y="451713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check, especially by a doctor.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Nouns and verbs (Identify)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Lambchop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Nouns and verbs (Identify)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Lambchop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  just  shut  slid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 slide  broke  huge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Lambchop tells Ralph Jones that Stanley is smart. What does this tell you about how Mr. Lambchop feels about his son?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Lambchop tells Ralph Jones that Stanley is smart. What does this tell you about how Mr. Lambchop feels about his son?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thing Mr. Lambchop says or does that shows what kind of father he is.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thing Mrs. Lambchop says or does that shows what kind of mother she is.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Arthur different from Stanley? Use details from the story.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details to your plan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IDENTIFY THE MOVE. Find where the author uses actions and details to show a character. Add one detail to your plan that SHOWS instead of TELLS.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2026-07-10T22:22:35Z</dcterms:created>
  <dcterms:modified xsi:type="dcterms:W3CDTF">2026-07-10T22:22:35Z</dcterms:modified>
</cp:coreProperties>
</file>