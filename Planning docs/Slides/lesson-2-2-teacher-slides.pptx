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 Day 2. Flat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describe what I found on the other side, not just where I went?.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8A317"/>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F5D76E"/>
                </a:solidFill>
                <a:latin typeface="Calibri" pitchFamily="34" charset="0"/>
                <a:ea typeface="Calibri" pitchFamily="34" charset="-122"/>
                <a:cs typeface="Calibri" pitchFamily="34" charset="-120"/>
              </a:rPr>
              <a:t>Flat Stanley — Lesson 2.2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discovers he can slide under doors! If you could slide under any door in the world, where would you go? What would you find on the other side? Start with: 'If I could slide under one door, I would choose...'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Stanley discovers he can slide under doors! If you could slide under any door in the world, where would you go? What would you find on the other side? Start with: 'If I could slide under one door, I would choose...'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describe what I found on the other side, not just where I went?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Mr. Lambchop tells Ralph Jones that Stanley is smart. What does this tell you about how Mr. Lambchop feels about his son?</a:t>
            </a:r>
            <a:endParaRPr lang="en-US" sz="1800" dirty="0"/>
          </a:p>
        </p:txBody>
      </p:sp>
      <p:sp>
        <p:nvSpPr>
          <p:cNvPr id="9" name="Text 7"/>
          <p:cNvSpPr/>
          <p:nvPr/>
        </p:nvSpPr>
        <p:spPr>
          <a:xfrm>
            <a:off x="457200" y="1965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640080" y="228600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preview a book before reading. They look at the cover, chapter titles, and pictures to make predictions.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“Hay is for horses, Arthur, not people,” Mr. Lambchop said as they entered the bedroom.</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nice to meet you young feller the man said george that boy is flat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nice to meet you young feller the man said george that boy is flat</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"Nice to meet you , young feller ," the man said . "George, that boy is flat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re- means again</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MATCH THE WORDS</a:t>
            </a:r>
            <a:endParaRPr lang="en-US" sz="1100" dirty="0"/>
          </a:p>
        </p:txBody>
      </p:sp>
      <p:sp>
        <p:nvSpPr>
          <p:cNvPr id="5" name="Shape 3"/>
          <p:cNvSpPr/>
          <p:nvPr/>
        </p:nvSpPr>
        <p:spPr>
          <a:xfrm>
            <a:off x="457200" y="1371600"/>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rebuild → build</a:t>
            </a:r>
            <a:endParaRPr lang="en-US" sz="1500" dirty="0"/>
          </a:p>
        </p:txBody>
      </p:sp>
      <p:sp>
        <p:nvSpPr>
          <p:cNvPr id="7" name="Shape 5"/>
          <p:cNvSpPr/>
          <p:nvPr/>
        </p:nvSpPr>
        <p:spPr>
          <a:xfrm>
            <a:off x="457200" y="1847088"/>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892808"/>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reread → read</a:t>
            </a:r>
            <a:endParaRPr lang="en-US" sz="1500" dirty="0"/>
          </a:p>
        </p:txBody>
      </p:sp>
      <p:sp>
        <p:nvSpPr>
          <p:cNvPr id="9" name="Shape 7"/>
          <p:cNvSpPr/>
          <p:nvPr/>
        </p:nvSpPr>
        <p:spPr>
          <a:xfrm>
            <a:off x="457200" y="2322576"/>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368296"/>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refill → fill</a:t>
            </a:r>
            <a:endParaRPr lang="en-US" sz="1500" dirty="0"/>
          </a:p>
        </p:txBody>
      </p:sp>
      <p:sp>
        <p:nvSpPr>
          <p:cNvPr id="11" name="Shape 9"/>
          <p:cNvSpPr/>
          <p:nvPr/>
        </p:nvSpPr>
        <p:spPr>
          <a:xfrm>
            <a:off x="457200" y="2798064"/>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2843784"/>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retell → tell</a:t>
            </a:r>
            <a:endParaRPr lang="en-US" sz="1500" dirty="0"/>
          </a:p>
        </p:txBody>
      </p:sp>
      <p:sp>
        <p:nvSpPr>
          <p:cNvPr id="13" name="Text 11"/>
          <p:cNvSpPr/>
          <p:nvPr/>
        </p:nvSpPr>
        <p:spPr>
          <a:xfrm>
            <a:off x="457200" y="327355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593592"/>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cheerfully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happy, bright way.</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rewind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go back to the beginning.</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measurements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How tall, wide, or thick something is.</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examination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careful check, especially by a doctor.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CVC, CVCe, open/closed syllable review</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got     just     shut     slid     take     slide     broke     huge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CVC, CVCe, open/closed syllable review — Sorted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got</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just</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shut</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slid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CVCe</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take</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slide</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broke</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huge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Chapter 1 (reread excerpt)</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Reading-Writing Connection (RWM)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