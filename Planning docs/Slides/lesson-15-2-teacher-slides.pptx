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15.2. Reading: Key Excerpts.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reread key scenes to understand them more deeply.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looked up at the queen and the queen looked down at the rat , and everything changed.
Look for: Did you catch the comma before "and," the quotation marks around the dialogue, and the comma after "princess"?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Roscuro looked up at the queen and the queen looked down at the rat , and everything changed.
Look for: Did you catch the comma before "and," the quotation marks around the dialogue, and the comma after "princess"?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Despereaux's, mice, She,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Doubled: stopped, nodding, wrapped | Dropped the e: shining, named, waved | y → i: hurried, cried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15.2  ·  Key Excerpts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ask Kate DiCamillo one question about this book, what would it be? Write the question and why you want to know.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could ask Kate DiCamillo one question about this book, what would it be? Write the question and why you want to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end each sentence with the right punctuation mark?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notice on a second reading that you missed the first time?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reread key scenes to understand them more deeply.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and everything changed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"i forgive you" said the princess and the words fell into the room like small bright lights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and everything changed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"i forgive you" said the princess and the words fell into the room like small bright lights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Roscuro looked up at the queen and the queen looked down at the rat , and everything changed.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comma before "and," the quotation marks around the dialogue, and the comma after "princess"?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+ SUFFIX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hopeless — base word: hope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darkness — base word: dark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bravely — base word: brave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impossible — base word: possible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dark prison room, usually underground.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armor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Metal covering worn to protect the body in battle.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forgiven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longer blamed for something you did wrong.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mice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Name what kind of word you tapped, and how you knew.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NOUNS AND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Despereaux's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brothers stepped back.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gathered in the hall.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at the rat.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   ·   nodding   ·   wrapped   ·   shining   ·   named   ·   waved   ·   hurried   ·   cried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Doubled  |  Dropped the e  |  y → i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ENDINGS THAT CHANGE THE BASE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1564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326136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the 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1564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30708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800" y="1078992"/>
            <a:ext cx="27127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6065520" y="1133856"/>
            <a:ext cx="262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→ 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19800" y="1591056"/>
            <a:ext cx="271272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111240" y="1700784"/>
            <a:ext cx="25298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Excerpts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see, can’t you, how everything is related to everything else? You can see, quite clearly, how every action has a consequence.”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You know what caused this and what follows from it. What do you notice about this scene now that you did not notice before?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These two scenes are connected: the fall caused the problem, the forgiveness resolved it. How does the author link them?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character development explanation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