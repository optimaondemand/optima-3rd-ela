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15.2. Reading: Key Excerpts.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reread key scenes to understand them more deeply.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Roscuro looked up at the queen and the queen looked down at the rat, and everything changed.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Roscuro looked up at the queen and the queen looked down at the rat, and everything changed.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Two adverbs: carefully works on listened, slowly works on crept. One sentence can carry an adverb for every verb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Two adverbs: carefully works on listened, slowly works on crept. One sentence can carry an adverb for every verb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carefully, slowly., quickly, softly, always, loudly, sternly,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carefully, slowly., quickly, softly, always, loudly, sternly,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vowel is followed by r, the r takes over and the vowel says neither its short nor its long sound: ar (car), or (corn), and er, ir, ur, which all say the same thing. That is an r-controlled syllable.
Answers: garden, market, thirsty, corner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vowel is followed by r, the r takes over and the vowel says neither its short nor its long sound: ar (car), or (corn), and er, ir, ur, which all say the same thing. That is an r-controlled syllable.
Answers: garden, market, thirsty, corner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15.2  ·  Key Excerpts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ask Kate DiCamillo one question about this book, what would it be? Write the question and why you want to know.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ask Kate DiCamillo one question about this book, what would it be? Write the question and why you want to know.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Excerpts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on a second reading that you missed the first time?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reread key scenes to understand them more deeply.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looked down at the rat, and the whole room went silent.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comes before and because it joins two complete sentences. Queen and rat are common nouns, so they stay lowercase.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looked up at the queen and the queen looked down at the rat and everything changed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looked up at the queen and the queen looked down at the rat and everything changed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looked up at the queen and the queen looked down at the rat, and everything changed.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-er means more, or one who does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teacher = one who teaches · louder = more loud · hunter = one who hunts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Meaning! Tap a word, then tap what it means.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covering worn to protect the body in battle.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blamed for something you did wrong.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split them into how and when. Today they are hiding in sentences — and there is never just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841248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words in that sentence describe an action?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verb is each one working on?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split them into how and when. Today they are hiding in sentences — and there is never just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2587752"/>
          </a:xfrm>
          <a:prstGeom prst="roundRect">
            <a:avLst>
              <a:gd name="adj" fmla="val 353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80101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adverbs: carefully works on listened, slowly works on crept. One sentence can carry an adverb for every verb in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listened carefully and then crept forward slowly.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moved quickly and landed softly on the stone.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always sang loudly while she worked.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spoke sternly and left immediately.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every adverb in each sentence — there is more than one. The sentence only finishes when you have found them all.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softly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loudly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sternly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vowel is followed by r, the r takes over and the vowel says neither its short nor its long sound: ar (car), or (corn), and er, ir, ur, which all say the same thing. That is an r-controlled syllable.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One word in each row has a vowel that the r has taken over.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picnic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thirsty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vowel is followed by r, the r takes over and the vowel says neither its short nor its long sound: ar (car), or (corn), and er, ir, ur, which all say the same thing. That is an r-controlled syllable.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One word in each row has a vowel that the r has taken over.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napkin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picnic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thirsty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Excerpts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see, can’t you, how everything is related to everything else? You can see, quite clearly, how every action has a consequence.”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know what caused this and what follows from it. What do you notice about this scene now that you did not notice before?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These two scenes are connected: the fall caused the problem, the forgiveness resolved it. How does the author link them?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character development explanation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