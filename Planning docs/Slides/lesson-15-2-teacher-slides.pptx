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15.2. Reading: Key Excerpts.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reread key scenes to understand them more deeply.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Roscuro looked up at the queen and the queen looked down at the rat , and everything changed.
Look for: Did you catch the comma before "and," the quotation marks around the dialogue, and the comma after "princess"?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Roscuro looked up at the queen and the queen looked down at the rat , and everything changed.
Look for: Did you catch the comma before "and," the quotation marks around the dialogue, and the comma after "princess"?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Despereaux's, mice, She, it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Despereaux's, mice, She, it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Doubled: stopped, nodding, wrapped | Dropped the e: shining, named, waved | y → i: hurried, cried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Doubled: stopped, nodding, wrapped | Dropped the e: shining, named, waved | y → i: hurried, cried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🐭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 of Despereaux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15.2  ·  Key Excerpts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Courage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could ask Kate DiCamillo one question about this book, what would it be? Write the question and why you want to know.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could ask Kate DiCamillo one question about this book, what would it be? Write the question and why you want to know.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end each sentence with the right punctuation mark?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Excerpts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you notice on a second reading that you missed the first time?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reread key scenes to understand them more deeply.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roscuro looked up at the queen and the queen looked down at the rat and everything changed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"i forgive you" said the princess and the words fell into the room like small bright lights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roscuro looked up at the queen and the queen looked down at the rat and everything changed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"i forgive you" said the princess and the words fell into the room like small bright lights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Roscuro looked up at the queen and the queen looked down at the rat , and everything changed.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catch the comma before "and," the quotation marks around the dialogue, and the comma after "princess"?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+ SUFFIX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hopeless — base word: hope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darkness — base word: dark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bravely — base word: brave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impossible — base word: possible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dungeon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dark prison room, usually underground.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soul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deepest part of a person — who they really are inside.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armor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Metal covering worn to protect the body in battle.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forgiven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longer blamed for something you did wrong.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REVIEW: NOUNS AND PRONOUNS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Despereaux's brothers stepped back.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mice gathered in the hall.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pointed her finger at the rat.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Gregory held it up high.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Name what kind of word you tapped, and how you knew. Tap a word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REVIEW: NOUNS AND PRONOUNS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Despereaux's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brothers stepped back.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gathered in the hall.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pointed her finger at the rat.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Gregory held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up high.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REVIEW: ENDINGS THAT CHANGE THE BASE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stopped   ·   nodding   ·   wrapped   ·   shining   ·   named   ·   waved   ·   hurried   ·   cried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Doubled  |  Dropped the e  |  y → i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REVIEW: ENDINGS THAT CHANGE THE BASE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27127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262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27127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25298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nodding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wrapped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215640" y="1078992"/>
            <a:ext cx="27127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3261360" y="1133856"/>
            <a:ext cx="262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Dropped the 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15640" y="1591056"/>
            <a:ext cx="27127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307080" y="1700784"/>
            <a:ext cx="25298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shining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waved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019800" y="1078992"/>
            <a:ext cx="27127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4" name="Text 12"/>
          <p:cNvSpPr/>
          <p:nvPr/>
        </p:nvSpPr>
        <p:spPr>
          <a:xfrm>
            <a:off x="6065520" y="1133856"/>
            <a:ext cx="262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→ i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019800" y="1591056"/>
            <a:ext cx="27127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111240" y="1700784"/>
            <a:ext cx="25298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hurried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cried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Excerpts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 — FROM THE NOVEL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19072"/>
            <a:ext cx="8412480" cy="1143000"/>
          </a:xfrm>
          <a:prstGeom prst="roundRect">
            <a:avLst>
              <a:gd name="adj" fmla="val 8000"/>
            </a:avLst>
          </a:prstGeom>
          <a:solidFill>
            <a:srgbClr val="F0E8FF"/>
          </a:solidFill>
          <a:ln w="1905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47088"/>
            <a:ext cx="79552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“You can see, can’t you, how everything is related to everything else? You can see, quite clearly, how every action has a consequence.”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327355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What do you notice on a second reading that you missed the first time?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How does knowing the ending change how you read the beginning?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Which scene would you read aloud to someone who had never heard the book?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your character development explanation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2026-09-07T02:49:07Z</dcterms:created>
  <dcterms:modified xsi:type="dcterms:W3CDTF">2026-09-07T02:49:07Z</dcterms:modified>
</cp:coreProperties>
</file>