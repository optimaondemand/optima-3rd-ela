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15 Day 2.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go beyond the literal meaning of light?.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15 · Day 2</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15.2</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Light and darkness are important in this whole book. Think about what light and darkness mean beyond just lamps and shadows. What does 'light' mean in YOUR life? What brings light to your days?</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Light and darkness are important in this whole book. Think about what light and darkness mean beyond just lamps and shadows. What does 'light' mean in YOUR life? What brings light to your days?</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go beyond the literal meaning of light?</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 you notice on a second reading that you missed the first time?</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does knowing the ending change how you read the beginning?</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Which scene would you read aloud to someone who had never heard the book?</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reread key scenes to understand them more deeply.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roscuro looked up at the queen and the queen looked down at the rat and everything changed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"i forgive you" said the princess and the words fell into the room like small bright lights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roscuro looked up at the queen and the queen looked down at the rat and everything changed</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"i forgive you" said the princess and the words fell into the room like small bright lights</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Roscuro looked up at the queen and the queen looked down at the rat , and everything changed.</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"I forgive you," said the princess , and the words fell into the room like small , bright lights.</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comma before "and," the quotation marks around the dialogue, and the comma after "princess"?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does knowing the ending change how you read the beginning?</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Which scene would you read aloud to someone who had never heard the book?</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 forgive you," said the Princess Pea. The words were small. They were three small words. But they changed everything in the room, including Roscuro.</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