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26.1. Reading: Reading: Ch. 4–6.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in a fantasy story slow down and pay attention to how the author builds the world . Details of setting, character, and pattern all work together to create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sentence in the lesson: Edmund ate quickly, wanted gone.
Tap through each highlighted word in the lesson and name what it does right before moving to the fix-it.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The White Queen gives Edmund enchanted sweets, and he forgets all about his family. 
Look for: Capitalize The White Queen (proper noun title); comma before and joining two complete thoughts; consistent present-tense verbs (gives, forgets);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The White Queen gives Edmund enchanted sweets, and he forgets all about his family. 
Look for: Capitalize The White Queen (proper noun title); comma before and joining two complete thoughts; consistent present-tense verbs (gives, forgets);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eats, hands, shuts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eats, hands, shuts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Vowel team words: sleigh, groan, feast, gleam | Single vowel words: trust, melt, crisp, damp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Vowel team words: sleigh, groan, feast, gleam | Single vowel words: trust, melt, crisp, damp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🦁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Lion, the Witch and the Wardrobe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26.1  ·  Reading: Ch. 4–6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Loyalty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Edmund meets the White Witch and takes what she offers. Write about a time something felt too good to be true.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Edmund meets the White Witch and takes what she offers. Write about a time something felt too good to be true.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start each sentence with a capital letter?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Reading: Ch. 4–6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4650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7452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choices and consequences.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606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84378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in a fantasy story slow down and pay attention to how the author builds the world . Details of setting, character, and pattern all work together to create meaning.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GRAMMAR POINTS IN THE MODEL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887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Edmund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 noun — capital 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19072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1051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Past-tense verb — action in the past.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340864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43230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quickly,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Adverb; comma before and when joining two complete thoughts.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2962656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05409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wanted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Past-tense verb — stays in the same tense as ate.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white queen gives edmund enchanted sweets and he forgets all about his family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sentence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white queen gives edmund enchanted sweets and he forgets all about his family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Corrected: The White Queen gives Edmund enchanted sweets, and he forgets all about his family.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Capitalize The White Queen (proper noun title); comma before and joining two complete thoughts; consistent present-tense verbs (gives, forgets); period ends.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TRANS- MEANS ACROSS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Prefix trans- means across.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Fill in the missing part after the prefix to build the word.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 &amp; DISCOVER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enchanted  </a:t>
            </a:r>
            <a:pPr indent="0" marL="0">
              <a:buNone/>
            </a:pP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dominions  </a:t>
            </a:r>
            <a:pPr indent="0" marL="0">
              <a:buNone/>
            </a:pP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wretched  </a:t>
            </a:r>
            <a:pPr indent="0" marL="0">
              <a:buNone/>
            </a:pP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 TENSE CONSISTENCY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Edmund eats the sweets and felt very warm.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Queen smiled and hands him the box.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Lucy ran back and shuts the wardrobe door.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65760" y="331927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the word that does NOT match the correct pattern.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 TENSE CONSISTENCY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Edmund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eats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sweets and felt very warm.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Queen smiled and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him the box.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Lucy ran back and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shuts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wardrobe door.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65760" y="331927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VOWEL TEAM SYLLABLES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sleigh   ·   groan   ·   feast   ·   gleam   ·   trust   ·   melt   ·   crisp   ·   damp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Vowel team words  |  Single vowel words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VOWEL TEAM SYLLABLES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Vowel team words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sleigh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groan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feast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gleam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1772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vowel words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61772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0916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melt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crisp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damp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Reading: Ch. 4–6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71907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Track choices and consequences.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As you read today, ask yourself: Why do people sometimes make choices they know are wrong?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What does Edmund choose to do at the end of Ch. 4? What does the narrator tell us about the Turkish Delight that makes his choice so dangerous?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2026-09-07T02:45:02Z</dcterms:created>
  <dcterms:modified xsi:type="dcterms:W3CDTF">2026-09-07T02:45:02Z</dcterms:modified>
</cp:coreProperties>
</file>