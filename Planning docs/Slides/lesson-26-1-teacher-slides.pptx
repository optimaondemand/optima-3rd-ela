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26.1. Reading: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in a fantasy story slow down and pay attention to how the author builds the world . Details of setting, character, and pattern all work together to create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sentence in the lesson: Edmund ate quickly, wanted gone.
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White Queen gives Edmund enchanted sweets, and he forgets all about his family. 
Look for: Capitalize The White Queen (proper noun title); comma before and joining two complete thoughts; consistent present-tense verbs (gives, forgets);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White Queen gives Edmund enchanted sweets, and he forgets all about his family. 
Look for: Capitalize The White Queen (proper noun title); comma before and joining two complete thoughts; consistent present-tense verbs (gives, forgets);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eats, hands, shuts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eats, hands, shuts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Vowel team words: sleigh, groan, feast, gleam | Single vowel words: trust, melt, crisp, damp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Vowel team words: sleigh, groan, feast, gleam | Single vowel words: trust, melt, crisp, damp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🦁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Lion, the Witch and the Wardrobe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26.1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Loyalty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meets the White Witch and takes what she offers. Write about a time something felt too good to be true.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meets the White Witch and takes what she offers. Write about a time something felt too good to be true.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start each sentence with a capital letter?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1498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choices and consequences.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1226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 a fantasy story slow down and pay attention to how the author builds the world . Details of setting, character, and pattern all work together to create meaning.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GRAMMAR POINTS IN THE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 — capital 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Past-tense verb — action in the past.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4323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quickly,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Adverb; comma before and when joining two complete thoughts.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54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wanted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Past-tense verb — stays in the same tense as ate.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 queen gives edmund enchanted sweets and he forgets all about his family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 queen gives edmund enchanted sweets and he forgets all about his family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The White Queen gives Edmund enchanted sweets, and he forgets all about his family.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Capitalize The White Queen (proper noun title); comma before and joining two complete thoughts; consistent present-tense verbs (gives, forgets);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TRANS- MEANS ACROSS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Prefix trans- means across.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Fill in the missing part after the prefix to build the word.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&amp; DISCOVER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enchanted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dominions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wretched  </a:t>
            </a:r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 TENSE CONSISTENCY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eats the sweets and felt very warm.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Queen smiled and hands him the box.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Lucy ran back and shuts the wardrobe door.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3192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word that does NOT match the correct pattern.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 TENSE CONSISTENCY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sweets and felt very warm.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Queen smiled and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him the box.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Lucy ran back and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wardrobe door.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3192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VOWEL TEAM SYLLABLES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sleigh   ·   groan   ·   feast   ·   gleam   ·   trust   ·   melt   ·   crisp   ·   damp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Vowel team words  |  Single vowel words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VOWEL TEAM SYLLABLES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Vowel team words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sleigh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groan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gleam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vowel words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chapters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2026-09-09T12:44:18Z</dcterms:created>
  <dcterms:modified xsi:type="dcterms:W3CDTF">2026-09-09T12:44:18Z</dcterms:modified>
</cp:coreProperties>
</file>