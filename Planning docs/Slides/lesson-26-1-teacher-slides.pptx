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for Week 26 Day 1. The Lion, the Witch and the Wardrobe.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 once. Give students about 1 minute to read it again silently and think. Remind them: there is no wrong answer — just write what comes to mind. Advance to the writing slide when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5-minute timer. Walk the room quietly. If a student stops, gently encourage them: "Keep writing — even one more sentence." The goal is sustained writing, not perfection. Do not interrupt to correct spelling or grammar during this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1-minute timer. Remind students: we are only fixing ONE thing today — Did I explain my reasoning, not just my answer?. They should also do a quick conventions check (capitals, punctuation, spelling). They do NOT need to rewrite — just fix and improve. Revision = improving ideas; Editing = fixing conventions. Keep them separate in your language.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 on 3-5 students to share. Respond with genuine interest: "I love how you described that" or "That's a really interesting idea." Avoid correcting grammar or spelling during share time — this is about celebrating writing. If time is short, have 2-3 students share in chat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the big question and reading lens with students before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model sentence aloud. Ask students: what do you notice about the punctuation and capitalization?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1-2 minutes to fix the sentence. Walk the room and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the corrected version. Point out each fix: capitalization, punctuation, spelling.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morphology focus. Have students identify the base word and affix in each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through each vocabulary word. For flip cards, have students guess the definition before revealing.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identify the correct answer before revealing. Use chat or cold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answers. Discuss WHY each answer is correct — what rule applies?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time to sort the words. Use the chat or paper to organize.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each column. Ask: what pattern do you see in each group?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focus slide. Use pause-and-think questions during reading. Copywork can be done after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the writing workshop assignment in Canvas.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🦁  Week 26 · Day 1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Lion, the Witch and the Wardrobe — Lesson 26.1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 Academy Online · 3rd Grade ELA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10-Minute Write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1645920"/>
          </a:xfrm>
          <a:prstGeom prst="roundRect">
            <a:avLst>
              <a:gd name="adj" fmla="val 555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527048"/>
            <a:ext cx="7863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White Witch offers Edmund enchanted Turkish Delight. If someone offered you anything you wanted, but you had a bad feeling about them, what would you do? Why?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2461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in the chat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</a:t>
            </a:r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 paper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hold up when we share.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Writing Time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4173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Prompt: </a:t>
            </a:r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White Witch offers Edmund enchanted Turkish Delight. If someone offered you anything you wanted, but you had a bad feeling about them, what would you do? Why?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86000" y="2926080"/>
            <a:ext cx="45720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468880" y="301752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get stuck: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Reread the prompt above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Write "I'm thinking..." until a new idea comes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Keep going — don't erase!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🔍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&amp; Revise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15087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371600" y="2103120"/>
            <a:ext cx="64008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554480" y="214884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check: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explain my reasoning, not just my answer?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371600" y="2926080"/>
            <a:ext cx="64008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554480" y="301752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Capital letters at the start of every sentence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End punctuation ( .  ?  ! )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Spelling — circle any words that look wrong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Read it quietly to yourself — does it sound right?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4572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🗣️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14400" y="10972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Time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1737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828800" y="2468880"/>
            <a:ext cx="548640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103120" y="256032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share: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✋ Raise your hand if you want to read yours aloud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Or paste your writing in the chat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👂 Listen respectfully when others share
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writer's ideas matter — there are no wrong answers.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Today's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4A9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4A90D9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3441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choices and consequences.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19659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0756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you read today, ask yourself: Why do people sometimes make choices they know are wrong?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280720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Edmund choose to do at the end of Ch. 4? What does the narrator tell us about the Turkish Delight that makes his choice so dangerous?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7200" y="34290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749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in a fantasy story slow down and pay attention to how the author builds the world . Details of setting, character, and pattern all work together to create meaning.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Model Sentence — Study What's Right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9728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207008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Edmund ate quickly, wanted gone.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Now You Try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4A9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4A90D9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white queen gives edmund enchanted sweets and he forgets all about his family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Answer Revealed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4A9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4A90D9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white queen gives edmund enchanted sweets and he forgets all about his family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173736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20116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Capitalize The White Queen (proper noun title); comma before and joining two complete thoughts; consistent present-tense verbs (gives, forgets); period ends.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Morphology: Prefix trans- means across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BUILDING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4173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— to carry across — transport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901952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94767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— to change shape completely — transform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32304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47802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— to carry words across languages — translate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962656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300837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— able to be seen across / through — transparent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7200" y="3493008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EXAMPLES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8130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📌 This week's word part: trans-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Vocabulary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enchanted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a magic spell; bewitched.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091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dominions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lands and territories ruled by someone.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755648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81051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wretched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unhappy, uncomfortable, or miserable.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Grammar: Verb tense consistency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4A9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4A90D9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07899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Edmund eats the sweets and felt very warm.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Queen smiled and hands him the box.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6771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Lucy ran back and shuts the wardrobe door.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Grammar: Verb tense consistency — Answers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4A9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4A90D9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07899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Edmund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eats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Queen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smiled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him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6771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wardrobe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door.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Vowel team syllables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4A9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4A90D9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 — Sort these words!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463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sleigh     groan     feast     gleam     trust     melt     crisp     damp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864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Vowel team words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48056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vowel words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Vowel team syllables — Sorted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4A9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4A90D9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Vowel team words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sleigh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groan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224942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2596896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gleam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48056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57200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vowel words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melt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0" y="224942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crisp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0" y="2596896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damp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Reading: Ch. 4–6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you read today, ask yourself: Why do people sometimes make choices they know are wrong?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Edmund choose to do at the end of Ch. 4? What does the narrator tell us about the Turkish Delight that makes his choice so dangerous?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Writer’s Workshop: Week 26 · DRAFT — Body Paragraph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your writing assignment in Canvas.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writing prompt for today's workshop.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2026-07-11T14:32:39Z</dcterms:created>
  <dcterms:modified xsi:type="dcterms:W3CDTF">2026-07-11T14:32:39Z</dcterms:modified>
</cp:coreProperties>
</file>