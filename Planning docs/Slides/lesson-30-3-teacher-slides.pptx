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30.3.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After Narnia, four children queens.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children reigned over Narnia for many years, but they never forgot their home and the wardrobe that had brought them there. 
Look for: Capitalize The at the start; Narnia = proper noun (capital N); comma before but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children reigned over Narnia for many years, but they never forgot their home and the wardrobe that had brought them there. 
Look for: Capitalize The at the start; Narnia = proper noun (capital N); comma before but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30.3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grow up and forget the wardrobe. Write about something you used to believe and grew out of.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grow up and forget the wardrobe. Write about something you used to believe and grew out of.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ending reveals theme.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Narnia,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N; comma after the dependent clause.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— lowercase in a sentence.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noun — lowercase.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reigned over narnia for many years but they never forgot their home and the wardrobe that had brought them there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reigned over narnia for many years but they never forgot their home and the wardrobe that had brought them there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children reigned over Narnia for many years, but they never forgot their home and the wardrobe that had brought them there.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The at the start; Narnia = proper noun (capital N); comma before but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ROOTS AND BASES FROM THE YEAR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years of rule, the children became wise ______ rulers of Narnia.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coronation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______ at Cair Paravel was celebrated by every creature in the land.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novel, Edmund was fully ______ with his family and with himself.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PREPARATION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Whole-book assessment; revise literary response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