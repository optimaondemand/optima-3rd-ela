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30 Day 3. The Lion, the Witch and the Wardrobe.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my reasoning clearly?.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30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4A90D9"/>
                </a:solidFill>
                <a:latin typeface="Calibri" pitchFamily="34" charset="0"/>
                <a:ea typeface="Calibri" pitchFamily="34" charset="-122"/>
                <a:cs typeface="Calibri" pitchFamily="34" charset="-120"/>
              </a:rPr>
              <a:t>The Lion, the Witch and the Wardrobe — Lesson 30.3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children return through the wardrobe and no time has passed. If you could visit another world but no one would ever know, would you still go? Why or why not?</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children return through the wardrobe and no time has passed. If you could visit another world but no one would ever know, would you still go? Why or why not?</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my reasoning clearly?</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Explain how the ending reveals theme.</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 you read today, ask yourself: How does understanding the theme help you explain what the novel is really about?</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Write a 3–5 sentence synthesis paragraph. Include: the title, the theme stated as a complete idea, two pieces of evidence from different chapters, and a closing sentence.</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in a fantasy story slow down and pay attention to how the author builds the world . Details of setting, character, and pattern all work together to create meaning.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After Narnia, four children queens.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children reigned over narnia for many years but they never forgot their home and the wardrobe that had brought them there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children reigned over narnia for many years but they never forgot their home and the wardrobe that had brought them there</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Capitalize The at the start; Narnia = proper noun (capital N); comma before but joining two independent clauses;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Review roots and bases from the year</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5" name="Text 3"/>
          <p:cNvSpPr/>
          <p:nvPr/>
        </p:nvSpPr>
        <p:spPr>
          <a:xfrm>
            <a:off x="640080" y="1325880"/>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Apply: Build words using Review</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Reading: Ch. 16–17 + Synthesis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As you read today, ask yourself: How does understanding the theme help you explain what the novel is really about?</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Write a 3–5 sentence synthesis paragraph. Include: the title, the theme stated as a complete idea, two pieces of evidence from different chapters, and a closing sentence.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“Once a king or queen in Narnia, always a king or queen in Narnia.”</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repetition with balance — rhythm that sounds like a law</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Lewis gives Narnia a rule that feels permanent. At the very end of the book, the children return to being children again. Does this sentence still hold true after that? What does it mean for something to be "always" true?</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This sentence repeats the exact same phrase twice —  "a king or queen in Narnia"  — with only  "Once"  and  "always"  changed. That repetition creates rhythm, almost like a chant. Try writing a sentence that follows this exact same pattern about something in your own life.</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30 · PUBLISH PREPARATION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