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25.2. Reading: Reading: Ch. 1–3.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It always Narnia, never Christmas.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White Witch drove her sledge across the frozen river, and the reindeer ran very fast. 
Look for: The White Witch is a proper noun title (capital W); comma before and joining two independent clauses;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White Witch drove her sledge across the frozen river, and the reindeer ran very fast. 
Look for: The White Witch is a proper noun title (capital W); comma before and joining two independent clauses;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Because is the connecting word., Although introduces the dependent clause., When connects the dependent clause., If introduces the condition.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Because is the connecting word., Although introduces the dependent clause., When connects the dependent clause., If introduces the condition.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25.2  ·  Reading: Ch. 1–3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believes Lucy. Write about a time you told the truth and were not believed.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believes Lucy. Write about a time you told the truth and were not believed.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put quotation marks around the words a person said?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1–3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 yourself in fantasy settings.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letter — sentence opener.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Adverb — tells how often.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Narnia,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capitalized; comma before the conjunction.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Adverb — strong contrast with always.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witch drove her sledge across the frozen river and the reindeer ran very fast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witch drove her sledge across the frozen river and the reindeer ran very fast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The White Witch drove her sledge across the frozen river, and the reindeer ran very fast.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Witch is a proper noun title (capital W); comma before and joining two independent clauses;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INTER- MEANS BETWEEN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Prefix inter- means between. Look at each word carefully.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&amp; MATCH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inquisitive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Eager to find out; very curious.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melancholy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 feeling of sadness or gloom.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peculiar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Strange or unusual in a hard-to-explain way.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betray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disloyal to someone who trusted you.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SENTENCES INTRO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Tumnus confessed because he could not betray Lucy.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Edmund had been in Narnia, he pretended he had not.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ran back when she heard the Faun begin to sob.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Witch finds out, Mr Tumnus will be turned to stone.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key word or pattern in each sentence. Think: what rule does it follow?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SENTENCES INTRO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Tumnus confessed because he could not betray Lucy.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Edmund had been in Narnia, he pretended he had not.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ran back when she heard the Faun begin to sob.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Witch finds out, Mr Tumnus will be turned to stone.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1–3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Orient yourself in fantasy settings.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As you read today, ask yourself: How do you know when a character has crossed from the real world into a fantasy world?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is Blake asking about the tiger? Who does he think made it?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