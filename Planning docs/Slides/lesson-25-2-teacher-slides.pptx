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25.2. Reading: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in a fantasy story slow down and pay attention to how the author builds the world . Details of setting, character, and pattern all work together to create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sentence in the lesson: It always Narnia, never Christmas.
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The White Witch drove her sledge across the frozen river, and the reindeer ran very fast. 
Look for: The White Witch is a proper noun title (capital W); comma before and joining two independent clauses;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The White Witch drove her sledge across the frozen river, and the reindeer ran very fast. 
Look for: The White Witch is a proper noun title (capital W); comma before and joining two independent clauses;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Because is the connecting word., Although introduces the dependent clause., When connects the dependent clause., If introduces the condition.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Because is the connecting word., Although introduces the dependent clause., When connects the dependent clause., If introduces the condition.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🦁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Lion, the Witch and the Wardrobe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25.2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Loyalty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believes Lucy. Write about a time you told the truth and were not believed.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believes Lucy. Write about a time you told the truth and were not believed.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put quotation marks around the words a person said?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1498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430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 yourself in fantasy settings.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1226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in a fantasy story slow down and pay attention to how the author builds the world . Details of setting, character, and pattern all work together to create meaning.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GRAMMAR POINTS IN THE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letter — sentence opener.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105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Adverb — tells how often.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40864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4323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Narnia,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noun — capitalized; comma before the conjunction.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962656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0540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Adverb — strong contrast with always.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white witch drove her sledge across the frozen river and the reindeer ran very fast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white witch drove her sledge across the frozen river and the reindeer ran very fast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The White Witch drove her sledge across the frozen river, and the reindeer ran very fast.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White Witch is a proper noun title (capital W); comma before and joining two independent clauses;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INTER- MEANS BETWEEN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Prefix inter- means between. Look at each word carefully.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&amp; MATCH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inquisitive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Eager to find out; very curious.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melancholy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feeling of sadness or gloom.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peculiar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Strange or unusual in a hard-to-explain way.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betray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disloyal to someone who trusted you.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SENTENCES INTRO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Tumnus confessed because he could not betray Lucy.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Edmund had been in Narnia, he pretended he had not.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Lucy ran back when she heard the Faun begin to sob.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Witch finds out, Mr Tumnus will be turned to stone.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key word or pattern in each sentence. Think: what rule does it follow?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SENTENCES INTRO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Tumnus confessed because he could not betray Lucy.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Edmund had been in Narnia, he pretended he had not.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Lucy ran back when she heard the Faun begin to sob.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Witch finds out, Mr Tumnus will be turned to stone.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chapters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2026-09-09T12:44:18Z</dcterms:created>
  <dcterms:modified xsi:type="dcterms:W3CDTF">2026-09-09T12:44:18Z</dcterms:modified>
</cp:coreProperties>
</file>