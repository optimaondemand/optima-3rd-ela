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25.2.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It always Narnia, never Christmas.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drove her sledge across the frozen river, and the reindeer ran very fast. 
Look for: The White Witch is a proper noun title (capital W);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drove her sledge across the frozen river, and the reindeer ran very fast. 
Look for: The White Witch is a proper noun title (capital W);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Because is the connecting word., Although introduces the dependent clause., When connects the dependent clause., If introduces the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Because is the connecting word., Although introduces the dependent clause., When connects the dependent clause., If introduces the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25.2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believes Lucy. Write about a time you told the truth and were not believed.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believes Lucy. Write about a time you told the truth and were not believed.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letter — sentence opener.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tells how often.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capitalized; comma before the conjunction.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strong contrast with always.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drove her sledge across the frozen river and the reindeer ran very fast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Witch drove her sledge across the frozen river, and the reindeer ran very fast.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is a proper noun title (capital W);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INTER- MEANS BETWEEN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Prefix inter- means between.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find out; very curious.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feeling of sadness or gloom.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or unusual in a hard-to-explain way.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disloyal to someone who trusted you.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confessed because he could not betray Lucy.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in Narnia, he pretended he had not.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when she heard the Faun begin to sob.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Witch finds out, Mr Tumnus will be turned to stone.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SENTENCES INTRO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Tumnus confessed because he could not betray Lucy.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in Narnia, he pretended he had not.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ran back when she heard the Faun begin to sob.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Witch finds out, Mr Tumnus will be turned to stone.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