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25 Day 2.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include how I felt, not just what happened?.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25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25.2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Tumnus invites Lucy into his cave for tea. Think of a time someone was kind to you when you were somewhere new. What happened? How did it make you feel?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Tumnus invites Lucy into his cave for tea. Think of a time someone was kind to you when you were somewhere new. What happened? How did it make you feel?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include how I felt, not just what happened?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yourself in fantasy settings.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 you know when a character has crossed from the real world into a fantasy world?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two details that make Mr Tumnus's cave feel cozy and welcoming.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always Narnia, never Christmas.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drove her sledge across the frozen river and the reindeer ran very fast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drove her sledge across the frozen river and the reindeer ran very fast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is a proper noun title (capital W); comma before and joining two independent clauses;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inter- means between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Identify: Does this word use inter- ?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inquisitive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Eager to find out; very curious.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melancholy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feeling of sadness or gloom.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peculiar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Strange or unusual in a hard-to-explain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betray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disloyal to someone who trusted you.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1–3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 you know when a character has crossed from the real world into a fantasy world?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two details that make Mr Tumnus's cave feel cozy and welcoming.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25 · DRAFT Opening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