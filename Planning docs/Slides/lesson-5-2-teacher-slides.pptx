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5.2. Reading: Revise: Your Personal Narrative.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summarize to check whether a story holds together. When you can retell the important events in order, you can spot the places where something is missing or out of place.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Stanley spread his arms and legs as wide as he could while Arthur pumped and pumped the bicycle pump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Stanley spread his arms and legs as wide as he could while Arthur pumped and pumped the bicycle pump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looked, waited., slipped, called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looked, waited., slipped, called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ed=/t/: wished, asked, pushed | ed=/d/: pulled, smiled, yelled | ed=/ĕd/: shouted, painted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ed=/t/: wished, asked, pushed | ed=/d/: pulled, smiled, yelled | ed=/ĕd/: shouted, painted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⭐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Stanley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5.2  ·  Revise: Your Personal Narrative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your narrative to yourself. Write about one part you want to make better, and how.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your narrative to yourself. Write about one part you want to make better, and how.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end each sentence with the right punctuation mark?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Revise: Your Personal Narrative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about how Jeff Brown wrote the ending of Flat Stanley . What makes a good ending?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summarize to check whether a story holds together. When you can retell the important events in order, you can spot the places where something is missing or out of place.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was terribly excited and happy, of course. Mrs. Lambchop made hot chocolate to celebrate.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spread his arms and legs as wide as he could while arthur pumped and pumped the bicycle pump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was terribly excited and happy, of course. Mrs. Lambchop made hot chocolate to celebrate.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spread his arms and legs as wide as he could while arthur pumped and pumped the bicycle pump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spread his arms and legs as wide as he could while Arthur pumped and pumped the bicycle pump 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-ED SHOWS PAST ACTION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-ed sounds review — walked (/t/), called (/d/), wanted (/ĕd/)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Practice: Match the Word to Its Base!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WE'VE MET BEFORE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marvel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amazed or surprised by something.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size of something — how tall, wide, or thick.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jealous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Wanting what someone else has.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Costing a lot of money.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PAST-TENSE VERBS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looked at the bulletin board.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opens the door and waited.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kite string slipped from his hand.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Mrs. Lambchop called everyone to dinner.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Tap the past-tense verb in each sentence. Tap a word to check your answer. If it turns green,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PAST-TENSE VERBS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bulletin board.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opens the door and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waited.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kite string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slipped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his hand.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Mrs. Lambchop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everyone to dinner.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SOUNDS OF -ED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wished   ·   asked   ·   pushed   ·   pulled   ·   smiled   ·   yelled   ·   shouted   ·   painted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ed=/t/  |  ed=/d/  |  ed=/ĕd/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SOUNDS OF -ED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ed=/t/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1564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326136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ed=/d/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1564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30708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smiled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yelled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1980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4" name="Text 12"/>
          <p:cNvSpPr/>
          <p:nvPr/>
        </p:nvSpPr>
        <p:spPr>
          <a:xfrm>
            <a:off x="606552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ed=/ĕd/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1980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11124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shouted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painted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Revise: Your Personal Narrative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Reread your narrative from beginning to end before you change a single word. Which one sentence is doing the most work in your story? Mark it — then make sure your revising does not weaken it.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 on your writing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2026-09-08T13:30:00Z</dcterms:created>
  <dcterms:modified xsi:type="dcterms:W3CDTF">2026-09-08T13:30:00Z</dcterms:modified>
</cp:coreProperties>
</file>