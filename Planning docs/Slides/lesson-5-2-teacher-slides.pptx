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W5D2: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summarized Flat Stanley and thought about which chapter mattered most. We reflected on the whole book.
Today: Revise your personal narrative — read like a writer and add your best craft moves.
Big Q: Jeff Brown wrote this book in 1964. Why do you think readers are STILL reading Flat Stanley more than 60 years later?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Everyone was terribly excited and happy, of course. Mrs. Lambchop made hot chocolate to celebrate.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stanley spread his arms and legs as wide as he could while arthur pumped and pumped the bicycle pump
Answer: Stanley spread his arms and legs as wide as he could while Arthur pumped and pumped the bicycle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stanley spread his arms and legs as wide as he could while arthur pumped and pumped the bicycle pump
Answer: Stanley spread his arms and legs as wide as he could while Arthur pumped and pumped the bicycle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The Writer's Secret
The secret every writer knows:
The first draft is just how it goes.
The magic happens when you look
Again — and make a better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Everyone was terribly excited and happy, of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W5D2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W5D2: bulletin, examined, cross, celebrate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W5D2
looked → past
jumps → present
called → past
writes → present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W5D2
looked → past
jumps → present
called → past
writes → present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W5D2
{"ed=/t/":["wished","asked","pushed"],"ed=/d/":["pulled","smiled","yelled"],"ed=/ĕd/":["shouted","painted"]}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W5D2
{"ed=/t/":["wished","asked","pushed"],"ed=/d/":["pulled","smiled","yelled"],"ed=/ĕd/":["shouted","painted"]}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Think about how Jeff Brown wrote the ending of Flat Stanley. What makes a good ending?
Pause: Think about how Jeff Brown wrote the ending of Flat Stanley. What makes a good ending?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Reread your personal narrative. What is the strongest part? Why?
Q2: Find one place where you could add more detail. What would you add?
Q3: Read your ending. Does it close the moment? If not, how could you fix it?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W5D2: PUBLISH
Today: FINAL EDIT. Use the CUPS check one last time. Fix every capital, period, and spelling mistake you can 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DAY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Virtue: Diligence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summarized Flat Stanley and thought about which chapter mattered most. We reflected on the whole book.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your personal narrative — read like a writer and add your best craft moves.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 Brown wrote this book in 1964. Why do you think readers are STILL reading Flat Stanley more than 60 years later?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terribly excited and happy, of course. Mrs. Lambchop made hot chocolate to celebrate.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of course is set off by a comma — it adds the author’s voice. Mrs. is abbreviated. The second sentence shows an action and a reason.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Writer's Secret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young writers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secret every writer knows: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is just how it goes.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 happens when you look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— and make a better book.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says the magic happens when you look AGAIN. What does this tell us about revising? Why do published authors revise their work?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"Everyone was terribly excited and happy, of course."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Identify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Match Game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MATCH — Connect each word to its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7899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91840" y="1078992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17043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2194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2194560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22860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310128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3101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91840" y="3310128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340156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425696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442569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291840" y="4425696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451713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painted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painted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 asked  pushed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699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6992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6136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 smiled  yelled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740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7408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6552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  painted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how Jeff Brown wrote the ending of Flat Stanley. What makes a good ending?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how Jeff Brown wrote the ending of Flat Stanley. What makes a good ending?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 your personal narrative. What is the strongest part? Why?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place where you could add more detail. What would you add?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ending. Does it close the moment? If not, how could you fix it?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PUBLISH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your writing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FINAL EDIT. Use the CUPS check one last time. Fix every capital, period, and spelling mistake you can find.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