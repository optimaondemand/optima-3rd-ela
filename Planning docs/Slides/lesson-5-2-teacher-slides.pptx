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5.2. Reading: Reflect on Your Narrative.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summarize to check whether a story holds together. When you can retell the important events in order, you can spot the places where something is missing or out of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Stanley spread his arms and legs as wide as he could while Arthur pumped and pumped the bicycle pump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Stanley spread his arms and legs as wide as he could while Arthur pumped and pumped the bicycle pump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looked, waited., slipped, called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looked, waited., slipped, called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wished, asked, pushed | ed=/d/: pulled, smiled, yelled | ed=/ĕd/: shouted, painted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wished, asked, pushed | ed=/d/: pulled, smiled, yelled | ed=/ĕd/: shouted, painted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5.2  ·  Reflect on Your Narrative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narrative to yourself. Write about one part you want to make better, and how.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narrative to yourself. Write about one part you want to make better, and how.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Your Narrative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how Jeff Brown wrote the ending of Flat Stanley . What makes a good ending?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summarize to check whether a story holds together. When you can retell the important events in order, you can spot the places where something is missing or out of place.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was terribly excited and happy, of course. Mrs. Lambchop made hot chocolate to celebrate.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spread his arms and legs as wide as he could while arthur pumped and pumped the bicycle pump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was terribly excited and happy, of course. Mrs. Lambchop made hot chocolate to celebrate.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spread his arms and legs as wide as he could while arthur pumped and pumped the bicycle pump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spread his arms and legs as wide as he could while Arthur pumped and pumped the bicycle pump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-ED SHOWS PAST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-ed sounds review — walked (/t/), called (/d/), wanted (/ĕd/)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WE'VE MET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amazed or surprised by something.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something — how tall, wide, or thick.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what someone else has.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looked at the bulletin 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opens the door and waited.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kite string slipped from his hand.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called everyone to dinner.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past-tense verb in each sentence. Tap a word to check your answer. If it turns green,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bulletin 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opens the door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kite string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his hand.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Lambchop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everyone to dinner.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wished   ·   asked   ·   pushed   ·   pulled   ·   smiled   ·   yelled   ·   shouted   ·   painted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ed=/t/  |  ed=/d/  |  ed=/ĕd/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ed=/d/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ed=/ĕd/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Your Narrative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 your finished narrative once through before you write anything here. Find the one sentence you are proudest of. Copy it out, then say what makes it good — that is the move to take into your next piece.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your writing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2026-09-09T02:48:06Z</dcterms:created>
  <dcterms:modified xsi:type="dcterms:W3CDTF">2026-09-09T02:48:06Z</dcterms:modified>
</cp:coreProperties>
</file>