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11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include what I DID, not just how I felt?.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11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11.4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Despereaux is very small and the dungeon is very big and dangerous. Write about a time you felt small — maybe in a new school, a big building, a crowd, or a tough situation. What did you do?</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Despereaux is very small and the dungeon is very big and dangerous. Write about a time you felt small — maybe in a new school, a big building, a crowd, or a tough situation. What did you do?</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include what I DID, not just how I felt?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caused Despereaux to end up where he is now?</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caused Roscuro to feel the way he does?</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might happen next as a result?</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track cause and effect in the plot. Every event causes the next.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asked the princess pea if she would forgive him for what he had done to her</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she thought about it for a very long time and then she made her decision</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asked the princess pea if she would forgive him for what he had done to her</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she thought about it for a very long time and then she made her decision</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Roscuro asked the Princess Pea if she would forgive him for what he had done to her.</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She thought about it for a very long time , and then she made her decision.</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(Roscuro, Princess Pea), the pronoun (she), the comma,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30</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caused Roscuro to feel the way he does?</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might happen next as a result?</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Copy this passage. 'She forgave him' appears twice — the second time with 'but' and 'because.' Repetition plus explanation is powerful. Try repeating a key phrase in your writing, then explaining why.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“Despereaux looked at the rat. He was surprised to find that he did not feel angry. He felt, instead, something that was much more like sorrow.”</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unexpected emotion; instead as a pivot word</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Despereaux has every reason to be angry at Roscuro. But the author gives him a different emotion. Why does that choice make him a more interesting character than one who simply stays angry?</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Notice the word  "instead."  It works like a hinge — it swings the sentence from what we expected to what actually happened. The author also tells us first what he DIDN'T feel, then what he did. Why might that order be more powerful?</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