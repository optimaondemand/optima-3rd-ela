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11.4. Reading: Ch. 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asked the Princess Pea if she would forgive him for what he had done to her.
Look for: Did you catch the proper nouns (Roscuro, Princess Pea), the pronoun (she),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asked the Princess Pea if she would forgive him for what he had done to her.
Look for: Did you catch the proper nouns (Roscuro, Princess Pea), the pronoun (she),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11.4  ·  Ch. 30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sent to work in the kitchen because nothing else worked out. Write about a job you have had to do that you did not choose.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sent to work in the kitchen because nothing else worked out. Write about a job you have had to do that you did not choose.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thought about it for a very long time and then she made her decision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thought about it for a very long time and then she made her decision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 Pea), the pronoun (she),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word: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word: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   ·   stories   ·   wishes   ·   boxes   ·   dishes   ·   kettles   ·   bowls   ·   spoons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→ -ies  |  -es  |  just -s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upstairs in the castle, the princess had met a mouse. And the mouse had fallen in love with 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asks the princess for something. What does he ask, and why is it hard for him to ask?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princess must choose. What does she decide, and why is it brave?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revision read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