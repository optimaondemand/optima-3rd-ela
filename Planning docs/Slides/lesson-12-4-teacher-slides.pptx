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12 Day 4.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how this thing helps, not just name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12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12.4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says that darkness can make you forget who you are. Write about something that helps you remember who you are when you are having a bad day. Start with: 'When I am having a bad day, the thing that reminds me who I am is...'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says that darkness can make you forget who you are. Write about something that helps you remember who you are when you are having a bad day. Start with: 'When I am having a bad day, the thing that reminds me who I am is...'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how this thing helps, not just name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, and the tears came into his eyes at last.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possessive noun (Despereaux's), the comma,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37–38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story was a small story. But every small story matters to the mouse inside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world is dark, and light is precious. Come closer, dear reader. You must trust me. I am telling you a story.”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narrator invitation — short commands that build trust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sentences come near the end of the book. DiCamillo speaks to you directly. How does this feel at this point in the story — does it feel earned? Does it change how you feel about the book as a whole?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uses very short sentences here — many of them commands:  Come closer. You must trust me.  How do short commands create a different feeling than longer sentences? Why might she use this tone at this moment in the story?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