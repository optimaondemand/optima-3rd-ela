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12.4. Reading: Ch. 37–38.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pay attention to setting . Places shape what characters feel and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 came down to the dungeon and saw his daughter , and the tears came into his eyes at last.
Look for: Did you catch the possessive noun (Despereaux's),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The king came down to the dungeon and saw his daughter , and the tears came into his eyes at last.
Look for: Did you catch the possessive noun (Despereaux's), the comma, and capital letters?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said,, hungry,”, said,, basket,”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Plural (more than one): candles, rats, spoons, mice | Possessive (belongs to): princess's, king's, mouse's, mice's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12.4  ·  Ch. 37–38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Pea wakes to find someone standing over her bed with a knife. Write about the scariest moment in a story you have read.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Princess Pea wakes to find someone standing over her bed with a knife. Write about the scariest moment in a story you have read.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37–38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dungeon do to the characters inside it?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pay attention to setting . Places shape what characters feel and do.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and the tears came into his eyes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and the tears came into his eyes at last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despereaux's father and the entire mouse council saw what the small mouse had done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The king came down to the dungeon and saw his daughter , and the tears came into his eyes at last.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possessive noun (Despereaux's), the comma, and capital letters?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slowly — base word: slow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quietly — base word: quiet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quickly — base word: quick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foolish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Silly or unwise; showing poor judgment.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jailer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who guards prisoners in a jail or dungeon.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Moved forward, especially toward someone.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said,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hungry,”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said,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basket,”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comma that separates the speech from the speaker.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PUNCTUATING DIALOGUE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“That is soup you are smelling.”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am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hungry,”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prince said.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said,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“I want to be a princess.”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“Carry 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basket,”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said Roscuro.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   ·   rats   ·   spoons   ·   mice   ·   princess's   ·   king's   ·   mouse's   ·   mice's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Plural (more than one)  |  Possessive (belongs to)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POSSESSIVES AND PLURALS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(more than one)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candles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spoons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Possessive (belongs to)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princess's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mouse's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mice's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37–38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“But as soon as the princess said this, her mother was gone. She disappeared and the bowl and the soupspoon disappeared along with her.”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does the dungeon do to the characters inside it?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does the castle above compare to the dungeon below?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sensory details make each setting feel real?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description polish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