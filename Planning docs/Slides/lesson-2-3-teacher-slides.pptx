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2.3. Reading: Chapter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This week you are learning to identify the characters, setting, and problem in a story. Today, as you read Chapter 2, use these steps: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“Lower me ,” Stanley said to his mother , “and I will look for the ring down in the dark shaft 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“Lower me ,” Stanley said to his mother , “and I will look for the ring down in the dark shaft 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enjoyed, celebrated, banged, wrote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enjoyed, celebrated, banged, wrote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CVC: flat, trip, left, held | CVCe: slide, joke, make, fine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CVC: flat, trip, left, held | CVCe: slide, joke, make, fine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⭐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Stanley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2.3  ·  Chapter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flat turns out to be useful. Write about something about you that seemed like a problem and turned out to help.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flat turns out to be useful. Write about something about you that seemed like a problem and turned out to help.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for every name?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helps his mother find her ring. How does being flat help Stanley solve a problem?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you are learning to identify the characters, setting, and problem in a story. Today, as you read Chapter 2, use these steps: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an idea,” Stanley said. He took the laces out of his shoes and tied them all together.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me stanley said to his mother and i will look for the ring down in the dark shaft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an idea,” Stanley said. He took the laces out of his shoes and tied them all together.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me stanley said to his mother and i will look for the ring down in the dark shaft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“Lower me ,” Stanley said to his mother , “and I will look for the ring down in the dark shaft .”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RE- MEANS AGAIN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re- + read = reread — prefix re- means again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re- + tell = retell — tell again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Find the Base Word!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IN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grating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limber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AND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enjoyed being flat.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celebrated that evening.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banged his head on the door.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nurse wrote down the numbers.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the verb in each sentence. Then you will write some of your own. Tap to check — green means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 AND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enjoyed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being flat.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evening.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 head on the door.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nurse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 the numbers.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CVC, CVCE, OPEN/CLOSED SYLLABLE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  ·   trip   ·   left   ·   held   ·   slide   ·   joke   ·   make   ·   fine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CVC  |  CVCe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CVC, CVCE, OPEN/CLOSED SYLLABLE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““I have an idea,” Stanley said. He took the laces out of his shoes and tied them all together to make one long lace.”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Stanley helps his mother find her ring. How does being flat help Stanley solve a problem?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your beginning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2026-09-07T02:56:15Z</dcterms:created>
  <dcterms:modified xsi:type="dcterms:W3CDTF">2026-09-07T02:56:15Z</dcterms:modified>
</cp:coreProperties>
</file>