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W2D3: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reread Chapter 1 and discovered the Lambchops' characters through their actions. We matched vocabulary words to their meanings.
Today: Read Chapter 2: Stanley helps his mother, rides through a park, and gets mailed to California.
Big Q: Stanley uses being flat to help his mom find her ring. Can you think of a problem that being flat would actually SOLVE?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“I have an idea,” Stanley said. He took the laces out of his shoes and tied them all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lower me stanley said to his mother and i will look for the ring down in the dark shaft
Answer: “Lower me,” Stanley said to his mother, “and I will look for the ring down in the dark shaft.”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lower me stanley said to his mother and i will look for the ring down in the dark shaft
Answer: “Lower me,” Stanley said to his mother, “and I will look for the ring down in the dark shaft.”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“I have an idea,” Stanley said. He took the laces out of his shoes and tied them all together to make one long 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Being flat could also be helpful, Stanley found.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W2D3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W2D3: grating, envelope, valuable, limber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W2D3
ring → noun
rolled → verb
policemen → noun
apologized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W2D3
ring → noun
rolled → verb
policemen → noun
apologized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W2D3
{"CVC":["flat","trip","left","held"],"CVCe":["slide","joke","make","fine"]}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W2D3
{"CVC":["flat","trip","left","held"],"CVCe":["slide","joke","make","fine"]}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Stanley helps his mother find her ring. How does being flat help Stanley solve a problem?
Pause: Stanley helps his mother find her ring. How does being flat help Stanley solve a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Name two things Stanley can do now that he is flat. Use details from the chapter.
Q2: How does Stanley help Mrs. Lambchop find her ring? Retell the events in order.
Q3: At the end of Chapter 2, Stanley gets mailed to California. Do you think this is a good idea? Why or why not?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W2D3: DRAFT
Today: DRAFT. Write the beginning of your personal narrative. Start right in the moment! Try a dialogue lead or an action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Virtue: Gratitude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reread Chapter 1 and discovered the Lambchops' characters through their actions. We matched vocabulary words to their meanings.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2: Stanley helps his mother, rides through a park, and gets mailed to California.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uses being flat to help his mom find her ring. Can you think of a problem that being flat would actually SOLVE?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an idea,” Stanley said. He took the laces out of his shoes and tied them all together.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The dialogue comma goes inside the quotation mark. The second sentence starts with a capital He and tells two clear actions connected by and.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me stanley said to his mother and i will look for the ring down in the dark shaft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me stanley said to his mother and i will look for the ring down in the dark shaft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“Lower me,” Stanley said to his mother, “and I will look for the ring down in the dark shaft.”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an idea,” Stanley said. He took the laces out of his shoes and tied them all together to make one long lace.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shows Stanley being clever through his actions. The comma goes inside the quotation marks.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"Being flat could also be helpful, Stanley found."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Apply — Find the Base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unhappy is 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unkind is 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unroll is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unfair is 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Context Clues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CLUES — Use the sentence to figure out the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of metal bars covering an opening.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26771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paper cover for mailing letters or packages.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45643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39136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 lot of money or very important.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464515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183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10235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bend and move easily.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policemen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apologized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policemen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apologized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trip  left  held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 joke  make  fine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helps his mother find her ring. How does being flat help Stanley solve a problem?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helps his mother find her ring. How does being flat help Stanley solve a problem?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things Stanley can do now that he is flat. Use details from the chapter.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Stanley help Mrs. Lambchop find her ring? Retell the events in order.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Chapter 2, Stanley gets mailed to California. Do you think this is a good idea? Why or why not?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DRAFT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beginning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DRAFT. Write the beginning of your personal narrative. Start right in the moment! Try a dialogue lead or an action lead.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2026-07-10T22:22:35Z</dcterms:created>
  <dcterms:modified xsi:type="dcterms:W3CDTF">2026-07-10T22:22:35Z</dcterms:modified>
</cp:coreProperties>
</file>