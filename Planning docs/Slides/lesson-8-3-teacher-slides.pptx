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8 Day 3.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the sound itself, or did I just name the song?.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8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8.3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loves the sound of music so much he sits right at the king's feet to listen. What is a sound, song, or kind of music that makes you stop what you are doing and just listen? Describe the sound so clearly the reader can almost hear 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loves the sound of music so much he sits right at the king's feet to listen. What is a sound, song, or kind of music that makes you stop what you are doing and just listen? Describe the sound so clearly the reader can almost hear 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the sound itself, or did I just name the song?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different characters react to Despereaux?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princess see Despereaux differently than his family does?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is building by the end of Chapter 7?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he was sitting at the foot of king phillip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furlough ran to tell his father lester about what despereaux had done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he was sitting at the foot of king phillip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furlough ran to tell his father lester about what despereaux had done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looked down at Despereaux and smiled . He was sitting at the foot of King Phillip.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, "Those are the biggest ears I&amp;rsquo;ve ever seen. 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Despereaux, King Phillip, Furlough, Lester) and that sentence 1 needs to be split into two sentences "I&amp;rsquo;ve"?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Common and Proper Nouns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mouse father named him Despereaux.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sister Merlot laughed at his ears.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 French mouse from the castle.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aunt Florence said he was too small.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Common and Proper Nouns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Merlot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laughed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Chapters 5–7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princess see Despereaux differently than his family does?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is building by the end of Chapter 7?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have lovely ears,” the Pea said to him. “They are like small pieces of velvet.”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music was so beautiful that it made Despereaux feel, for the first time in his life, as if his heart might break.”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simile with as if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hears music for the first time and feels something overwhelming. What does this moment tell you about the kind of mouse he is — and what he cares about?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writes  "as if his heart might break"  — a simile using  as if . She doesn't say he was sad. Why use  as if  instead of just saying  "he felt sad" 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