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8.3. Reading: Chapters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pay attention to how an author introduces a character. The very first details an author gives us — what a character looks like, what others say about them, and what they do — are clues about who they really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The Princess Pea looked down at Despereaux and smiled. He was sitting at the foot of King Phillip.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The Princess Pea looked down at Despereaux and smiled. He was sitting at the foot of King Phillip.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singular noun names one thing. A plural noun names more than one. Most plurals add -s or -es, but a few change their whole shape — one mouse becomes many mice.
brothers and sisters are plural; mouse is singular.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singular noun names one thing. A plural noun names more than one. Most plurals add -s or -es, but a few change their whole shape — one mouse becomes many mice.
brothers and sisters are plural; mouse is singular.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mice, brothers, brushes, babies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mice, brothers, brushes, babies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base word ends in a silent e and the ending starts with a vowel, drop the e: hope + -ing = hoping. If the ending starts with a consonant, keep it: hope + -ful = hopeful.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8.3  ·  Chapters 5–7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hears music and follows it. Write about a sound that makes you stop and listen.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hears music and follows it. Write about a sound that makes you stop and listen.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5–7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different characters react to Despereaux?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how an author introduces a character. The very first details an author gives us — what a character looks like, what others say about them, and what they do — are clues about who they really are.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Phillip watched from his chair. The Princess Pea laughed at the small mouse.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two separate sentences. Each begins with a capital letter and ends with a period. King Phillip and Princess Pea are names — the title is part of the name, so both words are capitalized.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looked down at despereaux and smiled he was sitting at the foot of king phillip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looked down at despereaux and smiled he was sitting at the foot of king phillip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looked down at Despereaux and smiled. He was sitting at the foot of King Phillip.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hope + less →hopeless — without hope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fear + less →fearless — without fear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end + less →endless — without an end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use + less →useless — without any use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scurried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with quick, short, hurried steps.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thing that lets you down; not what you hoped for.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than the usual size.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handkerchief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square of cloth you carry to wipe your nose or eyes.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endings of the nouns below.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nouns mean one, and which mean more than one?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added to the word to make it mean more than one?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it added the same way every time? Look carefully — one of them is different.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endings of the nouns below.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singular noun names one thing. A plural noun names more than one. Most plurals add -s or -es, but a few change their whole shape — one mouse becomes many mice.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 and sisters are plural; mouse is singular.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mouse, two ______ (careful)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brother, two ______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brush, two ______ (listen to the ending)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baby, two ______ (watch the 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Type the plural of each noun. Only one of these just adds -s.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mouse, two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(careful)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brother, two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brush, two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brushes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(listen to the ending)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baby, two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babies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(watch the 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FINAL E BEFORE VOWEL SUFFIX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base word ends in a silent e and the ending starts with a vowel, drop the e: hope + -ing = hoping. If the ending starts with a consonant, keep it: hope + -ful = hopeful.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Ladder! Watch the silent e disappear and come back as the endings change. Read the change, say the new word in your head, then tap the rung to check.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5–7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Furlough saw was Despereaux Tilling sitting at the foot of the king. What Furlough saw was the princess touching the top of his brother’s head.”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princess calls Despereaux “sweet” and “tiny.” Why do the princess and king see him so differently?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Furlough sees Despereaux with the princess and shouts “He’s nuts!” Is Despereaux being brave or foolish? Explain.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