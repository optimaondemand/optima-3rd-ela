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8.3. Reading: Chapters 5–7.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pay attention to how an author introduces a character. The very first details an author gives us — what a character looks like, what others say about them, and what they do — are clues about who they really 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The Princess Pea looked down at Despereaux and smiled . He was sitting at the foot of King Phillip.
Look for: Did you catch the proper nouns (Princess Pea, Despereaux, King Phillip, Furlough, Lester) and that sentence 1 needs to be split into two sentences “I’ve”?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The Princess Pea looked down at Despereaux and smiled . He was sitting at the foot of King Phillip.
Look for: Did you catch the proper nouns (Princess Pea, Despereaux, King Phillip, Furlough, Lester) and that sentence 1 needs to be split into two sentences “I’ve”?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mouse, songs, brothers, mice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mouse, songs, brothers, mice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Did not double: wanted, looked, shouted, jumped | Doubled the consonant: nodding, wrapped, snapped, stopped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Did not double: wanted, looked, shouted, jumped | Doubled the consonant: nodding, wrapped, snapped, stopped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8.3  ·  Chapters 5–7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hears music and follows it. Write about a sound that makes you stop and listen.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hears music and follows it. Write about a sound that makes you stop and listen.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a capital letter for every name?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Chapters 5–7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different characters react to Despereaux?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pay attention to how an author introduces a character. The very first details an author gives us — what a character looks like, what others say about them, and what they do — are clues about who they really are.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princess pea looked down at despereaux and smiled he was sitting at the foot of king phillip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furlough ran to tell his father lester about what despereaux had done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princess pea looked down at despereaux and smiled he was sitting at the foot of king phillip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furlough ran to tell his father lester about what despereaux had done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Princess Pea looked down at Despereaux and smiled . He was sitting at the foot of King Phillip.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nouns (Princess Pea, Despereaux, King Phillip, Furlough, Lester) and that sentence 1 needs to be split into two sentences “I’ve”?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-FUL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hopeful — base word hope = full of hope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fearful — base word fear = full of fear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careful — base word care = full of care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wonderful — base word wonder = full of wonder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scurried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 with quick, short, hurried steps.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disappointment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lets you down; not what you hoped for.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oversize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than the usual size.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handkerchief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square of cloth you carry to wipe your nose or eyes.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SINGULAR AND PLURAL 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mouse sat at the foot of the king.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played songs on his guitar.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had two brothers and one sister.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mice of the castle feared the dungeon.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the spotter word that is plural.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SINGULAR AND PLURAL 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sat at the foot of the king.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played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songs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his guitar.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had two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brothers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one sister.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castle feared the dungeon.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DOUBLING THE FINAL CONSONANT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wanted   ·   looked   ·   shouted   ·   jumped   ·   nodding   ·   wrapped   ·   snapped   ·   stopped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Did not double  |  Doubled the consonant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DOUBLING THE FINAL CONSONANT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not double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shouted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the consonant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nodding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Chapters 5–7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Furlough saw was Despereaux Tilling sitting at the foot of the king. What Furlough saw was the princess touching the top of his brother’s head.”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princess calls Despereaux “sweet” and “tiny.” Why do the princess and king see him so differently?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Furlough sees Despereaux with the princess and shouts “He’s nuts!” Is Despereaux being brave or foolish? Explain.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2026-09-09T03:08:01Z</dcterms:created>
  <dcterms:modified xsi:type="dcterms:W3CDTF">2026-09-09T03:08:01Z</dcterms:modified>
</cp:coreProperties>
</file>