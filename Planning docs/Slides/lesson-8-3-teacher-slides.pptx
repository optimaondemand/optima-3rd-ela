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8.3. Reading: Chapters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looked down at Despereaux and smiled . He was sitting at the foot of King Phillip.
Look for: Did you catch the proper nouns (Princess Pea, Despereaux, King Phillip, Furlough, Lester) and that sentence 1 needs to be split into two sentences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looked down at Despereaux and smiled . He was sitting at the foot of King Phillip.
Look for: Did you catch the proper nouns (Princess Pea, Despereaux, King Phillip, Furlough, Lester) and that sentence 1 needs to be split into two sentences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mouse, songs, brothers,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mouse, songs, brothers,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not double: wanted, looked, shouted, jumped | Doubled the consonant: nodding, wrapped, snapped, stopped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not double: wanted, looked, shouted, jumped | Doubled the consonant: nodding, wrapped, snapped, stopped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8.3  ·  Chapters 5–7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hears music and follows it. Write about a sound that makes you stop and listen.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hears music and follows it. Write about a sound that makes you stop and listen.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5–7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different characters react to Despereaux?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looked down at despereaux and smiled he was sitting at the foot of king phillip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furlough ran to tell his father lester about what despereaux had done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looked down at despereaux and smiled he was sitting at the foot of king phillip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furlough ran to tell his father lester about what despereaux had done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looked down at Despereaux and smiled . He was sitting at the foot of King Phillip.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(Princess Pea, Despereaux, King Phillip, Furlough, Lester) and that sentence 1 needs to be split into two sentences “I’ve”?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-FUL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 hope = full of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fearful — base word fear = full of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careful — base word care = full of care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wonderful — base word wonder = full of wonder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scurried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with quick, short, hurried steps.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than the usual size.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handkerchief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square of cloth you carry to wipe your nose or eyes.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mouse sat at the foot of the 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songs on his guitar.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brothers and one sister.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of the castle feared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spotter word that is plural.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 at the foot of the 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his guitar.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one sister.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castle feared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   ·   looked   ·   shouted   ·   jumped   ·   nodding   ·   wrapped   ·   snapped   ·   stopped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Did not double  |  Doubled the consonant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double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the consonant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5–7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Furlough saw was Despereaux Tilling sitting at the foot of the king. What Furlough saw was the princess touching the top of his brother’s head.”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 different characters react to Despereaux?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Why does the princess see Despereaux differently than his family does?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problem is building by the end of Chapter 7?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