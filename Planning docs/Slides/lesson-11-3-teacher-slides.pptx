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11 Day 3.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HOW each thing would help, not just name it?.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11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11.3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Despereaux has to survive the dungeon using only his courage and his wits. If you were trapped somewhere scary, what three things would help you survive? They can be real things or personal qualities. Explain each one.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Despereaux has to survive the dungeon using only his courage and his wits. If you were trapped somewhere scary, what three things would help you survive? They can be real things or personal qualities. Explain each one.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HOW each thing would help, not just name it?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caused Despereaux to end up where he is now?</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caused Roscuro to feel the way he does?</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might happen next as a result?</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track cause and effect in the plot. Every event causes the next.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despereaux found the princess in the dark and miggery sow was standing there looking frightened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roscuro stood in the shadows watching as the scene he had created began to fall apart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despereaux found the princess in the dark and miggery sow was standing there looking frightened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roscuro stood in the shadows watching as the scene he had created began to fall apart</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Despereaux found the princess in the dark , and Miggery Sow was standing there , looking frightened.</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Roscuro stood in the shadows watching as the scene he had created began to fall apart.</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(Despereaux, Miggery Sow, Roscuro), the commas,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28–29</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caused Roscuro to feel the way he does?</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might happen next as a result?</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Copy this passage. 'Because' connects action to reason. The dash adds emphasis. Try writing your own sentence with 'because' and a dash.</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mouse had come for the princess. The rat had brought her there. The girl had helped him do it.”</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parallel structure — three matched sentences</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Three storylines come together in these chapters. This sentence gives us one piece of each. How does DiCamillo show — without saying — that all three characters are connected in this moment?</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These three sentences follow exactly the same shape: [The character] [had done something]. This is called parallel structure. Try breaking the pattern — what happens? Why does keeping the pattern feel like it ties something together?</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