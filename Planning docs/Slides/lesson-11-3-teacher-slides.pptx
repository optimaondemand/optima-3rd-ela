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11.3. Reading: Ch. 28–29.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track cause and effect in the plot. Every event causes the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Despereaux found the princess in the dark , and Miggery Sow was standing there , looking frightened.
Look for: Did you catch the proper nouns (Despereaux, Miggery Sow, Roscuro), the commas, and capital letters?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Despereaux found the princess in the dark , and Miggery Sow was standing there , looking frightened.
Look for: Did you catch the proper nouns (Despereaux, Miggery Sow, Roscuro), the commas, and capital letters?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keeps, live, was, were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keeps, live, was, were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 → -ies: ponies, stories | -es: wishes, boxes, dishes | just -s: kettles, bowls, spoons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 → -ies: ponies, stories | -es: wishes, boxes, dishes | just -s: kettles, bowls, spoons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11.3  ·  Ch. 28–29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is told she cannot have what she wants, over and over. Write about something you want that is hard to get. What would you do to get it?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is told she cannot have what she wants, over and over. Write about something you want that is hard to get. What would you do to get it?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circle any word I was not sure how to spell?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28–29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caused Despereaux to end up where he is now?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track cause and effect in the plot. Every event causes the next.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found the princess in the dark and miggery sow was standing there looking frightened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roscuro stood in the shadows watching as the scene he had created began to fall apart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found the princess in the dark and miggery sow was standing there looking frightened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roscuro stood in the shadows watching as the scene he had created began to fall apart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Despereaux found the princess in the dark , and Miggery Sow was standing there , looking frightened.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nouns (Despereaux, Miggery Sow, Roscuro), the commas, and capital letters?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-NESS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darkness — base word dark = the state of being dark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kindness — base word kind = the quality of being kind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sadness — base word sad = the state of being sad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goodness — base word good = the quality of being good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clout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hard hit or blow, usually with an open hand.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deaf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Unable to hear, or unable to hear well.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servant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whose job is to work in another person's household.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tablecloth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cloth spread over a table; here, what Mig was traded for.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SUBJECT-VERB AGREEMENT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Uncle keeps the kettle by the fire.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rats live below the castle.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was almost deaf from the clouts.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mice were afraid of the dungeon.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Find the verb, then check that it matches its subject.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SUBJECT-VERB AGREEMENT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Uncle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kettle by the fire.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rats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below the castle.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almost deaf from the clouts.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mice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afraid of the dungeon.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PLURALS: -S, -ES, AND -IES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ponies   ·   stories   ·   wishes   ·   boxes   ·   dishes   ·   kettles   ·   bowls   ·   spoons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y → -ies  |  -es  |  just -s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PLURALS: -S, -ES, AND -IES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→ -ies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ponies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1564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326136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1564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30708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dishes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1980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4" name="Text 12"/>
          <p:cNvSpPr/>
          <p:nvPr/>
        </p:nvSpPr>
        <p:spPr>
          <a:xfrm>
            <a:off x="606552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-s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1980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11124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kettles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bowls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spoons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28–29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“Her father had sold her. Her Uncle, who wasn’t her uncle at all, had clouted her until she was almost deaf.”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caused Despereaux to end up where he is now?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caused Roscuro to feel the way he does?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might happen next as a result?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cause/effect transitions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2026-09-07T02:49:07Z</dcterms:created>
  <dcterms:modified xsi:type="dcterms:W3CDTF">2026-09-07T02:49:07Z</dcterms:modified>
</cp:coreProperties>
</file>