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 Day 1. Flat Stanley.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the surprising part with enough detail that the reader can picture it?.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8A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📘  Week 2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D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— Lesson 2.1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Dan checks Stanley and says he is fine — just flat. Write about a time you went to the doctor or dentist and something unexpected happened. What surprised you?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Dan checks Stanley and says he is fine — just flat. Write about a time you went to the doctor or dentist and something unexpected happened. What surprised you?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the surprising part with enough detail that the reader can picture it?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Lambchops take Stanley to Dr. Dan. What details show you what kind of family they are?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preview a book before reading. They look at the cover, chapter titles, and pictures to make predictions.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pointed to Stanley’s bed. Across it lay the enormous bulletin board that Mr. Lambchop had given the boys a Christmas ago.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got jealous and tried to slide under a door but he just banged his head on the bottom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got jealous and tried to slide under a door but he just banged his head on the bottom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got jealous and tried to slide under a door , but he just banged his head on the bottom 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re- means again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re- + build =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refill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re- + fill =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retell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re- + tell =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re- + write =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cheerfully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happy, bright way.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rewind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to the beginning. The prefix  re-  means again.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something — how tall, wide, or thick.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CVC, CVCe, open/closed syllable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    bed     cup     hot     name     kite     bone     cute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CVC, CVCe, open/closed syllable review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F5D7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5D76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Chapter 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356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pointed to Stanley’s bed. Across it lay the enormous bulletin board that Mr. Lambchop had given the boys a Christmas ago.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