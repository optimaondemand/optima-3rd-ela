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W2D1: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finished Week 1! We read Chapter 1 and watched Stanley wake up flat. Dr. Dan says he'll "keep an eye on this young fellow."
Today: Review Chapter 1 content: the Lambchop family, the bulletin board, Dr. Dan's visit.
Big Q: The Lambchops call Dr. Dan right away when Stanley wakes up flat. What does that tell you about them as a family?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He pointed to Stanley’s bed. Across it lay the enormous bulletin board that Mr. Lambchop had given the boys a Christmas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arthur got jealous and tried to slide under a door but he just banged his head on the bottom
Answer: Arthur got jealous and tried to slide under a door, but he just banged his head on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arthur got jealous and tried to slide under a door but he just banged his head on the bottom
Answer: Arthur got jealous and tried to slide under a door, but he just banged his head on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He pointed to Stanley’s bed. Across it lay the enormous bulletin board that Mr. Lambchop had given the boys a Christmas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W2D1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W2D1: bulletin, cheerfully, rewind, measurements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W2D1
Stanley → noun
hurried → verb
board → noun
called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W2D1
Stanley → noun
hurried → verb
board → noun
called → verb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W2D1
{"CVC":["flat","bed","cup","hot"],"CVCe":["name","kite","bone","cute"]}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W2D1
{"CVC":["flat","bed","cup","hot"],"CVCe":["name","kite","bone","cute"]}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The Lambchops take Stanley to Dr. Dan. What details show you what kind of family they are?
Pause: The Lambchops take Stanley to Dr. Dan. What details show you what kind of family they are?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How does the author introduce the Lambchop family? What do we learn about them in the first few paragraphs?
Q2: Compare how Mr. Lambchop and Mrs. Lambchop each react to Stanley being flat. How are they different?
Q3: What does Dr. Dan say about Stanley? Why do you think the author included this scene?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W2D1: PLAN
Today: PLAN. Use a simple Story Map: Beginning box → Problem box → 3 Event boxes → Ending box. Fill it in with your small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DAY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 ·  Virtue: Gratitude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Week 2!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Chapter 1 content: the Lambchop family, the bulletin board, Dr. Dan's visit.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65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139696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12848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Lambchops call Dr. Dan right away when Stanley wakes up flat. What does that tell you about them as a family?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Stanley’s uses an apostrophe to show possession. Mr. is abbreviated. Christmas is capitalized as a proper noun.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door, but he just banged his head on the bottom.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uses the word enormous to help you picture the board. The apostrophe in Stanley’s shows possession.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Define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 + build =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 + fill =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 + tell =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 + write =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Decode &amp; Discover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VOCABULARY — from Flat Stanley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078992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65192" y="1170432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65192" y="1581912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happy, bright way.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035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the beginning. The prefix re- means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00600" y="3072384"/>
            <a:ext cx="420624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65192" y="3163824"/>
            <a:ext cx="3877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65192" y="3575304"/>
            <a:ext cx="3877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Nouns and verbs (Define)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bed  cup  hot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kite  bone  cute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Lambchops take Stanley to Dr. Dan. What details show you what kind of family they are?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Lambchops take Stanley to Dr. Dan. What details show you what kind of family they are?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author introduce the Lambchop family? What do we learn about them in the first few paragraphs?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Mr. Lambchop and Mrs. Lambchop each react to Stanley being flat. How are they different?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Dr. Dan say about Stanley? Why do you think the author included this scene?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your story's shape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PLAN. Use a simple Story Map: Beginning box → Problem box → 3 Event boxes → Ending box. Fill it in with your small moment.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2026-07-10T22:22:35Z</dcterms:created>
  <dcterms:modified xsi:type="dcterms:W3CDTF">2026-07-10T22:22:35Z</dcterms:modified>
</cp:coreProperties>
</file>