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2.1. Reading: Chapter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This week, good readers identify the characters, setting, and problem in a story. Here is how to do it: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Arthur got jealous and tried to slide under a door , but he just banged his head on the bottom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Arthur got jealous and tried to slide under a door , but he just banged his head on the bottom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board, Stanley, pump., doctor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board, Stanley, pump., doctor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flat, bed, cup, hot | CVCe: name, kite, bone, cute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flat, bed, cup, hot | CVCe: name, kite, bone, cute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  ·  Chapter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wakes up flat. Write about waking up and finding something different about your room.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wakes up flat. Write about waking up and finding something different about your room.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Lambchops take Stanley to Dr. Dan. What details show you what kind of family they are?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week, good readers identify the characters, setting, and problem in a story. Here is how to do it: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pointed to Stanley’s bed. Across it lay the enormous bulletin board that Mr. Lambchop had given the boys a Christmas ago.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got jealous and tried to slide under a door but he just banged his head on the bottom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pointed to Stanley’s bed. Across it lay the enormous bulletin board that Mr. Lambchop had given the boys a Christmas ago.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got jealous and tried to slide under a door but he just banged his head on the bottom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got jealous and tried to slide under a door , but he just banged his head on the bottom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RE- MEANS AGAIN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build =rebuild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fill =refill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tell =retell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write =rewrite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where you pin up messages and pictures.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happy, bright way.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manners; speaking and behaving kindly.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something — how tall, wide, or thick.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fell during the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slid under the door.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wanted a bicycle pump.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measured him carefully.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noun — the word that names a person, place or thing.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fell during the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slid under the door.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wanted a bicycle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measured him carefully.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  ·   bed   ·   cup   ·   hot   ·   name   ·   kite   ·   bone   ·   cute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CVC  |  CVCe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pointed to Stanley’s bed. Across it lay the enormous bulletin board that Mr. Lambchop had given the boys a Christmas ago.”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when Mrs. Lambchop says, “Then Stanley and I will go see Dr. Dan and hear what he has to say.” You have met the characters and seen where they live. Now name the problem in one sentence — and say whether it is a problem for Stanley or for his family.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story’s shape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