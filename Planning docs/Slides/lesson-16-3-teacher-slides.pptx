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16 Day 3.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make the book sound interesting without giving away too much?.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16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16.3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were going to recommend The Tale of Despereaux to a friend, what would you say to convince them to read it? Write your pitch! But remember — no spoilers for the ending!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were going to recommend The Tale of Despereaux to a friend, what would you say to convince them to read it? Write your pitch! But remember — no spoilers for the ending!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make the book sound interesting without giving away too much?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Despereaux believe about the world?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Roscuro believe?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their different beliefs lead to different choices?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compare characters' perspectives . Two characters can experience the same event very differently.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was more willing to risk everything for love while roscuro was more focused on revenge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but both of them discovered that what they truly needed was not what they had set out to find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was more willing to risk everything for love while roscuro was more focused on revenge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but both of them discovered that what they truly needed was not what they had set out to find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was more willing to risk everything for love , while Roscuro was more focused on revenge.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But both of them discovered that what they truly needed was not what they had set out to find.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comparative adjectives (more willing, more focused), the comma, and the proper nouns?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Roscuro believe?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their different beliefs lead to different choices?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mouse chose. The other was shown. Perhaps that is the difference between the two. Or perhaps, in the end, both needed the same thing: a reason to believe the light was worth it.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dungeon smelled of despair and suffering and hopelessness.”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691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You’re comparing Despereaux and Roscuro today. Both spent time in the dungeon. How did the dungeon affect each character  differently ? What did each one take away from that dark place?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30428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3500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abstract nouns are listed with repeated “ands”: “despair  and  suffering  and  hopelessness.” This is called  polysyndeton  — extra “ands” slow the reader down. What effect does that slowness create?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96265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300837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sentence describing a place or feeling using three abstract nouns connected by “and” between each one.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