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16.4. Reading: Final Celebration.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compare characters' perspectives . Two characters can experience the same event very differently.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We have read about courage , darkness , light , forgiveness , and the extraordinary power of an ordinary story.
Look for: Did you catch the commas in the series (courage, darkness, light, forgiveness)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We have read about courage , darkness , light , forgiveness , and the extraordinary power of an ordinary story.
Look for: Did you catch the commas in the series (courage, darkness, light, forgiveness)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said,, soup,,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said,, soup,,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snapped | Soft c or g: gentle, prince | Plural ending: stories, dishes | y → i: carried | Dropped the e: staring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snapped | Soft c or g: gentle, prince | Plural ending: stories, dishes | y → i: carried | Dropped the e: staring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16.4  ·  Final Celebration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next year's third graders telling them what to watch for in this book.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next year's third graders telling them what to watch for in this book.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whole letter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Celebration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Despereaux believe about the world?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characters' perspectives . Two characters can experience the same event very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 have read about courage darkness light forgiveness and the extraordinary power of an ordinary story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now it is time to celebrate what we have learned and share the writing we have worked so hard to make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 have read about courage darkness light forgiveness and the extraordinary power of an ordinary story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now it is time to celebrate what we have learned and share the writing we have worked so hard to make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 have read about courage , darkness , light , forgiveness , and the extraordinary power of an ordinary story.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in the series (courage, darkness, light, forgiveness)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Explain one comma rule you used this unit, with an example.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snapped   ·   gentle   ·   prince   ·   stories   ·   dishes   ·   carried   ·   staring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Soft c or g  |  Plural ending  |  y → i  |  Dropped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93976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139696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or 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93976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85416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76472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ending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76472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67912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58968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5504688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58968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0408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41464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87184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41464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32904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Celebration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then the princess took a deep breath and put a hand on her heart. I think, reader, that she was feeling the same thing that Despereaux had felt when he was faced with his father begging him for forgiveness.”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back at your first piece of writing from Week 8 and your most recent piece. What is the single most important thing you have learned as a writer this unit?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piece of writing from this unit are you most proud of? Why that one?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comparison paragraph and celebrate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