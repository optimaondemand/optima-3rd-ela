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16.4. Reading: Final Celebration.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compare characters' perspectives. Two characters can experience the same event very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We have read about courage, darkness, light, forgiveness, and the extraordinary power of an ordinary story.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We have read about courage, darkness, light, forgiveness, and the extraordinary power of an ordinary story.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second half of the unit: quotation marks and the comma that goes inside them, and commas separating items in a list.
The comma is inside the quotation marks.
Commas in a series, with and before the last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second half of the unit: quotation marks and the comma that goes inside them, and commas separating items in a list.
The comma is inside the quotation marks.
Commas in a series, with and before the last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soup, said, “Run”,, Mig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soup, said, “Run”,, Mig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Four syllable types, four different jobs: closed ends in a consonant and keeps the vowel short (nap), open ends in a vowel and lets it say its name (ti), r-controlled hands the vowel over to the r (gar), and silent-e reaches back to make the vowel long (pete). Name the type and the word decodes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16.4  ·  Final Celebration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to next year's third graders telling them what to watch for in this book.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letter to next year's third graders telling them what to watch for in this book.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that my whole letter makes sense from beginning to end?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Celebration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Despereaux believe about the world?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compare characters' perspectives. Two characters can experience the same event very differently.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met a mouse, a rat, a servant girl, and a princess in this book.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separate each item in the list, and and comes before the last one. The sentence starts with a capital letter and ends with a period.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read about courage darkness light forgiveness and the extraordinary power of an ordinary story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read about courage darkness light forgiveness and the extraordinary power of an ordinary story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read about courage, darkness, light, forgiveness, and the extraordinary power of an ordinary story.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-est means the most.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boldest = the most bold · tallest = the most tall · cleverest = the most clever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Dice Roll Challenge! Roll a word, then say out loud what it means and how the word part changed it. Tap to check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hit or blow, usually with an open hand.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willing to face something frightening.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happy way; with joy.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quotation marks and the commas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marks show that someone is speaking?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mark separates a list, and which separates speech from speaker?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Can one sentence need both jobs at once? Look for one.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quotation marks and the commas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half of the unit: quotation marks and the comma that goes inside them, and commas separating items in a list.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 is inside the quotation marks.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a series, with and before the last item.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“Bring soup bread, and pudding,” said Cook.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said “I want thread, a spoon, and a candle.”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“Run”, said Cook, “and do not look back.”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Despereaux, Mig and Roscuro all waited.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has exactly one mistake. This time nobody tells you what kind. Tap the word that is wrong. Some are dialogue mistakes and some are list mistakes.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“Bring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bread, and pudding,” said Cook.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“I want thread, a spoon, and a candle.”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“Run”,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said Cook, “and do not look back.”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Roscuro all waited.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 — a list comma is missing: soup, bread, and pudding.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— a dialogue comma is missing before the speech begins.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“Run”, — the comma belongs inside the quotation mark: “Run,”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— another missing list comma. Three names means two commas.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SYLLABLE TYPES: CLOSED, OPEN, SILENT-E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syllable types, four different jobs: closed ends in a consonant and keeps the vowel short (nap), open ends in a vowel and lets it say its name (ti), r-controlled hands the vowel over to the r (gar), and silent-e reaches back to make the vowel long (pete). Name the type and the word decodes itself.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Type Dice! Roll a word, say it out loud, decide — then tap to check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Celebration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then the princess took a deep breath and put a hand on her heart. I think, reader, that she was feeling the same thing that Despereaux had felt when he was faced with his father begging him for forgiveness.”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back at your first piece of writing from Week 8 and your most recent piece. What is the single most important thing you have learned as a writer this unit?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piece of writing from this unit are you most proud of? Why that one?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comparison paragraph and celebrate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